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1"/>
  </p:notesMasterIdLst>
  <p:sldIdLst>
    <p:sldId id="257" r:id="rId2"/>
    <p:sldId id="349" r:id="rId3"/>
    <p:sldId id="407" r:id="rId4"/>
    <p:sldId id="413" r:id="rId5"/>
    <p:sldId id="408" r:id="rId6"/>
    <p:sldId id="409" r:id="rId7"/>
    <p:sldId id="410" r:id="rId8"/>
    <p:sldId id="411" r:id="rId9"/>
    <p:sldId id="412" r:id="rId10"/>
  </p:sldIdLst>
  <p:sldSz cx="12192000" cy="6858000"/>
  <p:notesSz cx="6858000" cy="9144000"/>
  <p:embeddedFontLst>
    <p:embeddedFont>
      <p:font typeface="HY견명조" panose="02030600000101010101" pitchFamily="18" charset="-127"/>
      <p:regular r:id="rId12"/>
    </p:embeddedFont>
    <p:embeddedFont>
      <p:font typeface="KoPubWorld돋움체 Medium" panose="00000600000000000000" pitchFamily="2" charset="-127"/>
      <p:regular r:id="rId13"/>
    </p:embeddedFont>
    <p:embeddedFont>
      <p:font typeface="나눔스퀘어" panose="020B0600000101010101" pitchFamily="50" charset="-127"/>
      <p:regular r:id="rId14"/>
    </p:embeddedFont>
    <p:embeddedFont>
      <p:font typeface="나눔스퀘어 Bold" panose="020B0600000101010101" pitchFamily="50" charset="-127"/>
      <p:bold r:id="rId15"/>
    </p:embeddedFont>
    <p:embeddedFont>
      <p:font typeface="나눔스퀘어 ExtraBold" panose="020B0600000101010101" pitchFamily="50" charset="-127"/>
      <p:bold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2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21201" initials="2" lastIdx="1" clrIdx="0">
    <p:extLst>
      <p:ext uri="{19B8F6BF-5375-455C-9EA6-DF929625EA0E}">
        <p15:presenceInfo xmlns:p15="http://schemas.microsoft.com/office/powerpoint/2012/main" userId="22120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5F8FC"/>
    <a:srgbClr val="00B0F0"/>
    <a:srgbClr val="A6A6A6"/>
    <a:srgbClr val="818181"/>
    <a:srgbClr val="007EBE"/>
    <a:srgbClr val="5B6E94"/>
    <a:srgbClr val="002465"/>
    <a:srgbClr val="FFFFFF"/>
    <a:srgbClr val="33A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3A2DF-DE45-4ADC-9B2B-BF754554D584}" v="364" dt="2024-11-18T02:30:41.308"/>
    <p1510:client id="{B4F41494-DAE8-41C2-840B-43D18DA44D46}" v="100" dt="2024-11-18T06:53:06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02" autoAdjust="0"/>
    <p:restoredTop sz="95126" autoAdjust="0"/>
  </p:normalViewPr>
  <p:slideViewPr>
    <p:cSldViewPr snapToGrid="0" showGuides="1">
      <p:cViewPr varScale="1">
        <p:scale>
          <a:sx n="154" d="100"/>
          <a:sy n="154" d="100"/>
        </p:scale>
        <p:origin x="960" y="132"/>
      </p:cViewPr>
      <p:guideLst>
        <p:guide orient="horz" pos="1412"/>
        <p:guide pos="381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bin Kim" userId="54d11c9c6284e2f4" providerId="LiveId" clId="{9543A2DF-DE45-4ADC-9B2B-BF754554D584}"/>
    <pc:docChg chg="undo redo custSel addSld delSld modSld modSection">
      <pc:chgData name="Sunbin Kim" userId="54d11c9c6284e2f4" providerId="LiveId" clId="{9543A2DF-DE45-4ADC-9B2B-BF754554D584}" dt="2024-11-18T02:33:13.406" v="4573" actId="20577"/>
      <pc:docMkLst>
        <pc:docMk/>
      </pc:docMkLst>
      <pc:sldChg chg="addSp delSp modSp mod">
        <pc:chgData name="Sunbin Kim" userId="54d11c9c6284e2f4" providerId="LiveId" clId="{9543A2DF-DE45-4ADC-9B2B-BF754554D584}" dt="2024-11-18T01:02:54.658" v="2112" actId="21"/>
        <pc:sldMkLst>
          <pc:docMk/>
          <pc:sldMk cId="3845165353" sldId="278"/>
        </pc:sldMkLst>
        <pc:spChg chg="add del mod">
          <ac:chgData name="Sunbin Kim" userId="54d11c9c6284e2f4" providerId="LiveId" clId="{9543A2DF-DE45-4ADC-9B2B-BF754554D584}" dt="2024-11-18T01:02:54.658" v="2112" actId="21"/>
          <ac:spMkLst>
            <pc:docMk/>
            <pc:sldMk cId="3845165353" sldId="278"/>
            <ac:spMk id="356" creationId="{B24357D8-66B8-F557-6B04-A7A54B3DE550}"/>
          </ac:spMkLst>
        </pc:spChg>
        <pc:picChg chg="add del mod">
          <ac:chgData name="Sunbin Kim" userId="54d11c9c6284e2f4" providerId="LiveId" clId="{9543A2DF-DE45-4ADC-9B2B-BF754554D584}" dt="2024-11-18T01:02:54.658" v="2112" actId="21"/>
          <ac:picMkLst>
            <pc:docMk/>
            <pc:sldMk cId="3845165353" sldId="278"/>
            <ac:picMk id="2" creationId="{A47ED4BB-6FCB-B209-A552-F27455486266}"/>
          </ac:picMkLst>
        </pc:picChg>
      </pc:sldChg>
      <pc:sldChg chg="addSp modSp mod">
        <pc:chgData name="Sunbin Kim" userId="54d11c9c6284e2f4" providerId="LiveId" clId="{9543A2DF-DE45-4ADC-9B2B-BF754554D584}" dt="2024-11-18T02:07:54.391" v="3137" actId="14100"/>
        <pc:sldMkLst>
          <pc:docMk/>
          <pc:sldMk cId="39264816" sldId="344"/>
        </pc:sldMkLst>
        <pc:spChg chg="add mod">
          <ac:chgData name="Sunbin Kim" userId="54d11c9c6284e2f4" providerId="LiveId" clId="{9543A2DF-DE45-4ADC-9B2B-BF754554D584}" dt="2024-11-18T02:07:54.391" v="3137" actId="14100"/>
          <ac:spMkLst>
            <pc:docMk/>
            <pc:sldMk cId="39264816" sldId="344"/>
            <ac:spMk id="2" creationId="{084F0919-1038-E5F7-B803-197340128A24}"/>
          </ac:spMkLst>
        </pc:spChg>
        <pc:spChg chg="mod">
          <ac:chgData name="Sunbin Kim" userId="54d11c9c6284e2f4" providerId="LiveId" clId="{9543A2DF-DE45-4ADC-9B2B-BF754554D584}" dt="2024-11-18T00:32:30.999" v="1201" actId="20577"/>
          <ac:spMkLst>
            <pc:docMk/>
            <pc:sldMk cId="39264816" sldId="344"/>
            <ac:spMk id="16" creationId="{2AA6923A-18AF-44F3-83E8-516BA60F7E9C}"/>
          </ac:spMkLst>
        </pc:spChg>
        <pc:spChg chg="mod">
          <ac:chgData name="Sunbin Kim" userId="54d11c9c6284e2f4" providerId="LiveId" clId="{9543A2DF-DE45-4ADC-9B2B-BF754554D584}" dt="2024-11-18T00:31:58.120" v="1103" actId="20577"/>
          <ac:spMkLst>
            <pc:docMk/>
            <pc:sldMk cId="39264816" sldId="344"/>
            <ac:spMk id="58" creationId="{97B2CA4C-EB21-4E37-A3DE-5C646B547DFD}"/>
          </ac:spMkLst>
        </pc:spChg>
        <pc:spChg chg="mod">
          <ac:chgData name="Sunbin Kim" userId="54d11c9c6284e2f4" providerId="LiveId" clId="{9543A2DF-DE45-4ADC-9B2B-BF754554D584}" dt="2024-11-18T00:31:50.100" v="1080" actId="20577"/>
          <ac:spMkLst>
            <pc:docMk/>
            <pc:sldMk cId="39264816" sldId="344"/>
            <ac:spMk id="59" creationId="{CA9F5E23-DABC-4101-99C9-8D2B3511C9AD}"/>
          </ac:spMkLst>
        </pc:spChg>
        <pc:spChg chg="mod">
          <ac:chgData name="Sunbin Kim" userId="54d11c9c6284e2f4" providerId="LiveId" clId="{9543A2DF-DE45-4ADC-9B2B-BF754554D584}" dt="2024-11-18T00:31:38.840" v="1032" actId="20577"/>
          <ac:spMkLst>
            <pc:docMk/>
            <pc:sldMk cId="39264816" sldId="344"/>
            <ac:spMk id="60" creationId="{1638002B-8C44-4AE9-8BAD-F68A13298C4E}"/>
          </ac:spMkLst>
        </pc:spChg>
      </pc:sldChg>
      <pc:sldChg chg="addSp delSp modSp del mod">
        <pc:chgData name="Sunbin Kim" userId="54d11c9c6284e2f4" providerId="LiveId" clId="{9543A2DF-DE45-4ADC-9B2B-BF754554D584}" dt="2024-11-18T00:13:15.721" v="10" actId="47"/>
        <pc:sldMkLst>
          <pc:docMk/>
          <pc:sldMk cId="3738848077" sldId="348"/>
        </pc:sldMkLst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2" creationId="{D2BC06A8-D358-8853-63BA-D6B92604C2D2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4" creationId="{395CEF25-5308-197D-CCF4-E9CC35660EBB}"/>
          </ac:spMkLst>
        </pc:spChg>
        <pc:spChg chg="add mod">
          <ac:chgData name="Sunbin Kim" userId="54d11c9c6284e2f4" providerId="LiveId" clId="{9543A2DF-DE45-4ADC-9B2B-BF754554D584}" dt="2024-11-18T00:13:09.499" v="7"/>
          <ac:spMkLst>
            <pc:docMk/>
            <pc:sldMk cId="3738848077" sldId="348"/>
            <ac:spMk id="19" creationId="{7F002326-4B37-31B3-2CDD-4CBCFCDCF7A4}"/>
          </ac:spMkLst>
        </pc:spChg>
        <pc:spChg chg="add 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20" creationId="{40536033-284C-0EF9-58E0-5333491FF31C}"/>
          </ac:spMkLst>
        </pc:spChg>
        <pc:spChg chg="add 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21" creationId="{306BB0C0-F7EA-EBD5-3922-81A482F9DA4C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23" creationId="{2FE9D82C-75D3-F599-D51D-92D217EC3EEF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26" creationId="{F5FE1A4A-BE71-8C2A-A51B-7B20F6F8B880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28" creationId="{0D6A2707-A0AE-99AA-21E4-0CD84FCA2D2C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29" creationId="{B8439610-7FF8-34A0-F31D-6C669D8244F0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30" creationId="{1E1F1995-B016-B0C5-FD78-B0BE1AC94B77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33" creationId="{7DD76CAE-EBE6-8014-1D7A-F0A4FD8B7209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34" creationId="{B493392E-A33D-A909-4081-7C73B806D6C4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36" creationId="{B1D11808-A1DB-812E-023A-D06F3884C7E7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42" creationId="{EB6E5388-0E51-373E-61F0-2D8306A25BEE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43" creationId="{9B5077DE-B3F2-748A-66CE-03D3BD61B6F0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44" creationId="{904F19CC-F4E4-55B8-8EBD-DD72795244F9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45" creationId="{0E6C3FA8-2323-A90D-C0A8-E649B1D9BCF1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46" creationId="{06072C79-13DC-797D-5A97-52FE3215E99B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47" creationId="{F84E4C32-2F1A-BA78-B1D5-2EED481736E4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48" creationId="{9E11ECE9-65DC-4DFE-E29C-E13C6E2FFE27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49" creationId="{F3D398E4-3D1B-8960-D2DB-F32A0761DB19}"/>
          </ac:spMkLst>
        </pc:spChg>
        <pc:spChg chg="add del">
          <ac:chgData name="Sunbin Kim" userId="54d11c9c6284e2f4" providerId="LiveId" clId="{9543A2DF-DE45-4ADC-9B2B-BF754554D584}" dt="2024-11-18T00:13:10.834" v="8" actId="478"/>
          <ac:spMkLst>
            <pc:docMk/>
            <pc:sldMk cId="3738848077" sldId="348"/>
            <ac:spMk id="52" creationId="{3E88F6A4-18CC-CF65-83C0-076DD99B41A0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53" creationId="{923E095C-D647-EDC9-C190-FAF4B5DE1754}"/>
          </ac:spMkLst>
        </pc:spChg>
        <pc:spChg chg="add 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54" creationId="{E5C9A22D-8B82-BEED-F9C3-695796280C15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58" creationId="{D27AAFF3-CA75-A12F-7D3B-88B87BDB1F4E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59" creationId="{5F2592A7-3793-7EDB-EBD6-7CE200C8BF71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63" creationId="{02D07315-38E3-9FBD-0C3F-04CF97111B4E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64" creationId="{A5AA27B1-09DC-6839-FE4A-E5474B9EAB44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69" creationId="{91E1EBD5-716B-8CB9-AB2C-C754E7728597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70" creationId="{AA1BD113-6366-1891-8F4A-6CA7009C6161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71" creationId="{EBF52876-2D2B-9C48-63C4-C592479B6022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72" creationId="{3FD9FC0B-2D6E-72F2-EB6B-735C591F852D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74" creationId="{59E84C9C-6E5A-8EA2-6452-911D007729BE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75" creationId="{9237EE4D-1856-7C37-F94F-7625DCA7A4E3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76" creationId="{F847CAF7-7DA7-8EA9-7B63-7A971D2147AC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82" creationId="{6E1343B0-C1BC-2C67-5CA5-329E91F48372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83" creationId="{BEE779F5-5E62-6100-8B66-77BEDEDDD899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84" creationId="{8F2014D2-E767-FB57-74DC-8591F5525CD5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85" creationId="{C6BB2F7A-751F-F156-1BDB-E28E073C04B6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88" creationId="{E546311B-262B-7631-F009-F48FBEDD2593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89" creationId="{34EFA479-71F6-B6EE-0448-7BE97927D97D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90" creationId="{409792D6-339A-9E05-730B-CCED07CC90B4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91" creationId="{848D75BF-432F-037D-6B32-4746133E0054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94" creationId="{CAA03A0B-A178-9BE2-ADEE-523847A909FD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95" creationId="{C74D2DDC-6C71-C5BE-E221-05B611529AE8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96" creationId="{66B0C836-4236-3CF7-A5D0-D1BADCDB39F9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97" creationId="{CCDB7016-2698-6F53-944B-3A07F2D3ED4E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99" creationId="{23C36252-0419-31B5-4A6B-613E32F34555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100" creationId="{7657851A-6739-B299-C323-092911D3EC1D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101" creationId="{2A1221AB-5E8F-4845-5779-E532F6C111DC}"/>
          </ac:spMkLst>
        </pc:spChg>
        <pc:spChg chg="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102" creationId="{00CFFDB0-8020-60F6-9E21-84CE11643A3A}"/>
          </ac:spMkLst>
        </pc:spChg>
        <pc:spChg chg="add 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103" creationId="{8584818D-0AF5-8ADA-A745-F3B6FDBC0FB4}"/>
          </ac:spMkLst>
        </pc:spChg>
        <pc:spChg chg="add 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104" creationId="{BC14D9B3-EAE8-DF76-D5E6-DC73DECDCDD7}"/>
          </ac:spMkLst>
        </pc:spChg>
        <pc:spChg chg="add 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105" creationId="{32DE0FED-9CF2-8B77-D062-74567606651D}"/>
          </ac:spMkLst>
        </pc:spChg>
        <pc:spChg chg="add mod">
          <ac:chgData name="Sunbin Kim" userId="54d11c9c6284e2f4" providerId="LiveId" clId="{9543A2DF-DE45-4ADC-9B2B-BF754554D584}" dt="2024-11-18T00:13:08.372" v="6"/>
          <ac:spMkLst>
            <pc:docMk/>
            <pc:sldMk cId="3738848077" sldId="348"/>
            <ac:spMk id="106" creationId="{EFE994CB-D97B-0CF9-F922-E23F9554E401}"/>
          </ac:spMkLst>
        </pc:spChg>
        <pc:grpChg chg="add 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22" creationId="{940106F7-64FB-FEB0-AE6D-FF05E085C5B1}"/>
          </ac:grpSpMkLst>
        </pc:grpChg>
        <pc:grpChg chg="add del">
          <ac:chgData name="Sunbin Kim" userId="54d11c9c6284e2f4" providerId="LiveId" clId="{9543A2DF-DE45-4ADC-9B2B-BF754554D584}" dt="2024-11-18T00:13:10.834" v="8" actId="478"/>
          <ac:grpSpMkLst>
            <pc:docMk/>
            <pc:sldMk cId="3738848077" sldId="348"/>
            <ac:grpSpMk id="38" creationId="{137C9286-BA1B-4B51-9884-647755EF0595}"/>
          </ac:grpSpMkLst>
        </pc:grpChg>
        <pc:grpChg chg="add del">
          <ac:chgData name="Sunbin Kim" userId="54d11c9c6284e2f4" providerId="LiveId" clId="{9543A2DF-DE45-4ADC-9B2B-BF754554D584}" dt="2024-11-18T00:13:10.834" v="8" actId="478"/>
          <ac:grpSpMkLst>
            <pc:docMk/>
            <pc:sldMk cId="3738848077" sldId="348"/>
            <ac:grpSpMk id="51" creationId="{DD791CB7-1CB8-DC6A-3DDF-1212BA10A567}"/>
          </ac:grpSpMkLst>
        </pc:grpChg>
        <pc:grpChg chg="add 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55" creationId="{ABE747C8-5DE2-A92F-91DB-0D1291FF21D4}"/>
          </ac:grpSpMkLst>
        </pc:grpChg>
        <pc:grpChg chg="add del">
          <ac:chgData name="Sunbin Kim" userId="54d11c9c6284e2f4" providerId="LiveId" clId="{9543A2DF-DE45-4ADC-9B2B-BF754554D584}" dt="2024-11-18T00:13:10.834" v="8" actId="478"/>
          <ac:grpSpMkLst>
            <pc:docMk/>
            <pc:sldMk cId="3738848077" sldId="348"/>
            <ac:grpSpMk id="56" creationId="{46C5D03E-F263-D252-4BBD-B6B2A447BA2A}"/>
          </ac:grpSpMkLst>
        </pc:grpChg>
        <pc:grpChg chg="add del">
          <ac:chgData name="Sunbin Kim" userId="54d11c9c6284e2f4" providerId="LiveId" clId="{9543A2DF-DE45-4ADC-9B2B-BF754554D584}" dt="2024-11-18T00:13:10.834" v="8" actId="478"/>
          <ac:grpSpMkLst>
            <pc:docMk/>
            <pc:sldMk cId="3738848077" sldId="348"/>
            <ac:grpSpMk id="57" creationId="{48DFF129-3AF1-8591-F286-187511C129D8}"/>
          </ac:grpSpMkLst>
        </pc:grpChg>
        <pc:grpChg chg="add 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61" creationId="{53B7381A-F4C5-A11C-96CD-EEA4A2452EAA}"/>
          </ac:grpSpMkLst>
        </pc:grpChg>
        <pc:grpChg chg="add 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73" creationId="{6563A4E0-CC24-C7E2-209F-E13A983EE8DC}"/>
          </ac:grpSpMkLst>
        </pc:grpChg>
        <pc:grpChg chg="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77" creationId="{D315BF74-EAD7-C099-F5DB-639B8DFC75C0}"/>
          </ac:grpSpMkLst>
        </pc:grpChg>
        <pc:grpChg chg="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78" creationId="{E087870F-CE97-D756-E0C9-7FA1FA965D82}"/>
          </ac:grpSpMkLst>
        </pc:grpChg>
        <pc:grpChg chg="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79" creationId="{C440766A-CC7E-4A38-F375-66A05205922B}"/>
          </ac:grpSpMkLst>
        </pc:grpChg>
        <pc:grpChg chg="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80" creationId="{34743E14-F09A-3884-207B-0CB1F24EE4D2}"/>
          </ac:grpSpMkLst>
        </pc:grpChg>
        <pc:grpChg chg="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81" creationId="{D175678B-E664-2E33-613D-08209D3774D0}"/>
          </ac:grpSpMkLst>
        </pc:grpChg>
        <pc:grpChg chg="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86" creationId="{9528EE88-1A84-19D1-3008-654C87572CEC}"/>
          </ac:grpSpMkLst>
        </pc:grpChg>
        <pc:grpChg chg="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87" creationId="{21170DA5-D20B-66EA-FF53-AD33AF789EFF}"/>
          </ac:grpSpMkLst>
        </pc:grpChg>
        <pc:grpChg chg="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92" creationId="{EE86E14D-DD61-9AC1-D584-8C220F9211D3}"/>
          </ac:grpSpMkLst>
        </pc:grpChg>
        <pc:grpChg chg="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93" creationId="{62FD2CC1-A1B3-2306-4CA1-B53539267730}"/>
          </ac:grpSpMkLst>
        </pc:grpChg>
        <pc:grpChg chg="add mod">
          <ac:chgData name="Sunbin Kim" userId="54d11c9c6284e2f4" providerId="LiveId" clId="{9543A2DF-DE45-4ADC-9B2B-BF754554D584}" dt="2024-11-18T00:13:08.372" v="6"/>
          <ac:grpSpMkLst>
            <pc:docMk/>
            <pc:sldMk cId="3738848077" sldId="348"/>
            <ac:grpSpMk id="98" creationId="{AE5B948D-EA9C-6F65-7CBD-F5E083E19A48}"/>
          </ac:grpSpMkLst>
        </pc:grpChg>
        <pc:graphicFrameChg chg="add del">
          <ac:chgData name="Sunbin Kim" userId="54d11c9c6284e2f4" providerId="LiveId" clId="{9543A2DF-DE45-4ADC-9B2B-BF754554D584}" dt="2024-11-18T00:13:10.834" v="8" actId="478"/>
          <ac:graphicFrameMkLst>
            <pc:docMk/>
            <pc:sldMk cId="3738848077" sldId="348"/>
            <ac:graphicFrameMk id="27" creationId="{26F83A32-E6CB-F189-2D75-8B9BCE3065E6}"/>
          </ac:graphicFrameMkLst>
        </pc:graphicFrameChg>
        <pc:graphicFrameChg chg="add mod">
          <ac:chgData name="Sunbin Kim" userId="54d11c9c6284e2f4" providerId="LiveId" clId="{9543A2DF-DE45-4ADC-9B2B-BF754554D584}" dt="2024-11-18T00:13:08.372" v="6"/>
          <ac:graphicFrameMkLst>
            <pc:docMk/>
            <pc:sldMk cId="3738848077" sldId="348"/>
            <ac:graphicFrameMk id="60" creationId="{55CDBF71-F2DE-CA37-DCD8-34F60E7BCBAC}"/>
          </ac:graphicFrameMkLst>
        </pc:graphicFrameChg>
        <pc:picChg chg="add del">
          <ac:chgData name="Sunbin Kim" userId="54d11c9c6284e2f4" providerId="LiveId" clId="{9543A2DF-DE45-4ADC-9B2B-BF754554D584}" dt="2024-11-18T00:13:10.834" v="8" actId="478"/>
          <ac:picMkLst>
            <pc:docMk/>
            <pc:sldMk cId="3738848077" sldId="348"/>
            <ac:picMk id="18" creationId="{755EA4C7-AFE5-7165-7813-63CA462D7BE3}"/>
          </ac:picMkLst>
        </pc:picChg>
        <pc:picChg chg="add mod">
          <ac:chgData name="Sunbin Kim" userId="54d11c9c6284e2f4" providerId="LiveId" clId="{9543A2DF-DE45-4ADC-9B2B-BF754554D584}" dt="2024-11-18T00:13:08.372" v="6"/>
          <ac:picMkLst>
            <pc:docMk/>
            <pc:sldMk cId="3738848077" sldId="348"/>
            <ac:picMk id="107" creationId="{A43B83FE-7D69-D704-6E76-925800932338}"/>
          </ac:picMkLst>
        </pc:picChg>
        <pc:cxnChg chg="add del">
          <ac:chgData name="Sunbin Kim" userId="54d11c9c6284e2f4" providerId="LiveId" clId="{9543A2DF-DE45-4ADC-9B2B-BF754554D584}" dt="2024-11-18T00:13:10.834" v="8" actId="478"/>
          <ac:cxnSpMkLst>
            <pc:docMk/>
            <pc:sldMk cId="3738848077" sldId="348"/>
            <ac:cxnSpMk id="31" creationId="{0476EEC6-01FC-844B-A297-9A6751771621}"/>
          </ac:cxnSpMkLst>
        </pc:cxnChg>
        <pc:cxnChg chg="add del">
          <ac:chgData name="Sunbin Kim" userId="54d11c9c6284e2f4" providerId="LiveId" clId="{9543A2DF-DE45-4ADC-9B2B-BF754554D584}" dt="2024-11-18T00:13:10.834" v="8" actId="478"/>
          <ac:cxnSpMkLst>
            <pc:docMk/>
            <pc:sldMk cId="3738848077" sldId="348"/>
            <ac:cxnSpMk id="32" creationId="{DCD0D843-32FE-675F-5BCA-FF85BE866545}"/>
          </ac:cxnSpMkLst>
        </pc:cxnChg>
        <pc:cxnChg chg="add del">
          <ac:chgData name="Sunbin Kim" userId="54d11c9c6284e2f4" providerId="LiveId" clId="{9543A2DF-DE45-4ADC-9B2B-BF754554D584}" dt="2024-11-18T00:13:10.834" v="8" actId="478"/>
          <ac:cxnSpMkLst>
            <pc:docMk/>
            <pc:sldMk cId="3738848077" sldId="348"/>
            <ac:cxnSpMk id="35" creationId="{25FDF1AB-11E3-1E05-C1F9-3E650AB73666}"/>
          </ac:cxnSpMkLst>
        </pc:cxnChg>
        <pc:cxnChg chg="add del">
          <ac:chgData name="Sunbin Kim" userId="54d11c9c6284e2f4" providerId="LiveId" clId="{9543A2DF-DE45-4ADC-9B2B-BF754554D584}" dt="2024-11-18T00:13:10.834" v="8" actId="478"/>
          <ac:cxnSpMkLst>
            <pc:docMk/>
            <pc:sldMk cId="3738848077" sldId="348"/>
            <ac:cxnSpMk id="37" creationId="{DB54311D-2163-BE7D-BFDC-9ABBCBAAA798}"/>
          </ac:cxnSpMkLst>
        </pc:cxnChg>
        <pc:cxnChg chg="mod">
          <ac:chgData name="Sunbin Kim" userId="54d11c9c6284e2f4" providerId="LiveId" clId="{9543A2DF-DE45-4ADC-9B2B-BF754554D584}" dt="2024-11-18T00:13:08.372" v="6"/>
          <ac:cxnSpMkLst>
            <pc:docMk/>
            <pc:sldMk cId="3738848077" sldId="348"/>
            <ac:cxnSpMk id="62" creationId="{B93EA2A1-C870-C97A-5615-74D2A26611BE}"/>
          </ac:cxnSpMkLst>
        </pc:cxnChg>
        <pc:cxnChg chg="mod">
          <ac:chgData name="Sunbin Kim" userId="54d11c9c6284e2f4" providerId="LiveId" clId="{9543A2DF-DE45-4ADC-9B2B-BF754554D584}" dt="2024-11-18T00:13:08.372" v="6"/>
          <ac:cxnSpMkLst>
            <pc:docMk/>
            <pc:sldMk cId="3738848077" sldId="348"/>
            <ac:cxnSpMk id="65" creationId="{B026B782-F3F8-029E-F2B8-622DB0D831FD}"/>
          </ac:cxnSpMkLst>
        </pc:cxnChg>
        <pc:cxnChg chg="add mod">
          <ac:chgData name="Sunbin Kim" userId="54d11c9c6284e2f4" providerId="LiveId" clId="{9543A2DF-DE45-4ADC-9B2B-BF754554D584}" dt="2024-11-18T00:13:08.372" v="6"/>
          <ac:cxnSpMkLst>
            <pc:docMk/>
            <pc:sldMk cId="3738848077" sldId="348"/>
            <ac:cxnSpMk id="108" creationId="{440BDF06-58A4-31A1-C3E7-E7A0056A27D0}"/>
          </ac:cxnSpMkLst>
        </pc:cxnChg>
        <pc:cxnChg chg="add mod">
          <ac:chgData name="Sunbin Kim" userId="54d11c9c6284e2f4" providerId="LiveId" clId="{9543A2DF-DE45-4ADC-9B2B-BF754554D584}" dt="2024-11-18T00:13:08.372" v="6"/>
          <ac:cxnSpMkLst>
            <pc:docMk/>
            <pc:sldMk cId="3738848077" sldId="348"/>
            <ac:cxnSpMk id="109" creationId="{F9165813-8C0B-569A-BA4A-97F90E30F5FD}"/>
          </ac:cxnSpMkLst>
        </pc:cxnChg>
      </pc:sldChg>
      <pc:sldChg chg="modSp mod">
        <pc:chgData name="Sunbin Kim" userId="54d11c9c6284e2f4" providerId="LiveId" clId="{9543A2DF-DE45-4ADC-9B2B-BF754554D584}" dt="2024-11-18T00:24:30.362" v="640" actId="20577"/>
        <pc:sldMkLst>
          <pc:docMk/>
          <pc:sldMk cId="3886942391" sldId="351"/>
        </pc:sldMkLst>
        <pc:spChg chg="mod">
          <ac:chgData name="Sunbin Kim" userId="54d11c9c6284e2f4" providerId="LiveId" clId="{9543A2DF-DE45-4ADC-9B2B-BF754554D584}" dt="2024-11-18T00:23:04.789" v="446" actId="20577"/>
          <ac:spMkLst>
            <pc:docMk/>
            <pc:sldMk cId="3886942391" sldId="351"/>
            <ac:spMk id="92" creationId="{37778FCB-62CE-9A2E-11A7-2C29A1584C8C}"/>
          </ac:spMkLst>
        </pc:spChg>
        <pc:spChg chg="mod">
          <ac:chgData name="Sunbin Kim" userId="54d11c9c6284e2f4" providerId="LiveId" clId="{9543A2DF-DE45-4ADC-9B2B-BF754554D584}" dt="2024-11-18T00:24:30.362" v="640" actId="20577"/>
          <ac:spMkLst>
            <pc:docMk/>
            <pc:sldMk cId="3886942391" sldId="351"/>
            <ac:spMk id="93" creationId="{AEF7B27E-42B4-FF62-5A84-17387000C3FC}"/>
          </ac:spMkLst>
        </pc:spChg>
      </pc:sldChg>
      <pc:sldChg chg="addSp delSp modSp mod">
        <pc:chgData name="Sunbin Kim" userId="54d11c9c6284e2f4" providerId="LiveId" clId="{9543A2DF-DE45-4ADC-9B2B-BF754554D584}" dt="2024-11-18T01:20:20.412" v="2682" actId="1035"/>
        <pc:sldMkLst>
          <pc:docMk/>
          <pc:sldMk cId="3721787742" sldId="353"/>
        </pc:sldMkLst>
        <pc:spChg chg="add mod topLvl">
          <ac:chgData name="Sunbin Kim" userId="54d11c9c6284e2f4" providerId="LiveId" clId="{9543A2DF-DE45-4ADC-9B2B-BF754554D584}" dt="2024-11-18T00:57:42.878" v="1933" actId="14100"/>
          <ac:spMkLst>
            <pc:docMk/>
            <pc:sldMk cId="3721787742" sldId="353"/>
            <ac:spMk id="2" creationId="{900B7752-46DF-50F5-64C4-86F85216E47A}"/>
          </ac:spMkLst>
        </pc:spChg>
        <pc:spChg chg="add mod topLvl">
          <ac:chgData name="Sunbin Kim" userId="54d11c9c6284e2f4" providerId="LiveId" clId="{9543A2DF-DE45-4ADC-9B2B-BF754554D584}" dt="2024-11-18T00:51:43.925" v="1740" actId="1037"/>
          <ac:spMkLst>
            <pc:docMk/>
            <pc:sldMk cId="3721787742" sldId="353"/>
            <ac:spMk id="3" creationId="{BFF9501F-4AAF-3810-AFF6-21A13EDF457C}"/>
          </ac:spMkLst>
        </pc:spChg>
        <pc:spChg chg="mod">
          <ac:chgData name="Sunbin Kim" userId="54d11c9c6284e2f4" providerId="LiveId" clId="{9543A2DF-DE45-4ADC-9B2B-BF754554D584}" dt="2024-11-18T00:51:43.925" v="1740" actId="1037"/>
          <ac:spMkLst>
            <pc:docMk/>
            <pc:sldMk cId="3721787742" sldId="353"/>
            <ac:spMk id="6" creationId="{1715FDFE-CA8D-F89F-A507-43EC1A34EF19}"/>
          </ac:spMkLst>
        </pc:spChg>
        <pc:spChg chg="mod">
          <ac:chgData name="Sunbin Kim" userId="54d11c9c6284e2f4" providerId="LiveId" clId="{9543A2DF-DE45-4ADC-9B2B-BF754554D584}" dt="2024-11-18T00:51:43.925" v="1740" actId="1037"/>
          <ac:spMkLst>
            <pc:docMk/>
            <pc:sldMk cId="3721787742" sldId="353"/>
            <ac:spMk id="7" creationId="{8AE7DD71-5C02-BE05-8FE1-3F497A84D725}"/>
          </ac:spMkLst>
        </pc:spChg>
        <pc:spChg chg="mod">
          <ac:chgData name="Sunbin Kim" userId="54d11c9c6284e2f4" providerId="LiveId" clId="{9543A2DF-DE45-4ADC-9B2B-BF754554D584}" dt="2024-11-18T00:51:43.925" v="1740" actId="1037"/>
          <ac:spMkLst>
            <pc:docMk/>
            <pc:sldMk cId="3721787742" sldId="353"/>
            <ac:spMk id="8" creationId="{1DCBF86D-48D3-1B41-1EF4-006E73EFD280}"/>
          </ac:spMkLst>
        </pc:spChg>
        <pc:spChg chg="mod">
          <ac:chgData name="Sunbin Kim" userId="54d11c9c6284e2f4" providerId="LiveId" clId="{9543A2DF-DE45-4ADC-9B2B-BF754554D584}" dt="2024-11-18T00:51:43.925" v="1740" actId="1037"/>
          <ac:spMkLst>
            <pc:docMk/>
            <pc:sldMk cId="3721787742" sldId="353"/>
            <ac:spMk id="9" creationId="{5F3F02C7-90E8-1E52-1FFB-7A92962B4B17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10" creationId="{31048D27-63EC-BCD0-7087-4368B3B22859}"/>
          </ac:spMkLst>
        </pc:spChg>
        <pc:spChg chg="add mod">
          <ac:chgData name="Sunbin Kim" userId="54d11c9c6284e2f4" providerId="LiveId" clId="{9543A2DF-DE45-4ADC-9B2B-BF754554D584}" dt="2024-11-18T01:20:10.546" v="2674" actId="1076"/>
          <ac:spMkLst>
            <pc:docMk/>
            <pc:sldMk cId="3721787742" sldId="353"/>
            <ac:spMk id="10" creationId="{A44783B1-DCAC-04C2-F727-BF753266BE27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11" creationId="{F19CF8AA-FE79-909D-285F-CD40B32C0991}"/>
          </ac:spMkLst>
        </pc:spChg>
        <pc:spChg chg="add mod topLvl">
          <ac:chgData name="Sunbin Kim" userId="54d11c9c6284e2f4" providerId="LiveId" clId="{9543A2DF-DE45-4ADC-9B2B-BF754554D584}" dt="2024-11-18T01:19:27.982" v="2641" actId="1076"/>
          <ac:spMkLst>
            <pc:docMk/>
            <pc:sldMk cId="3721787742" sldId="353"/>
            <ac:spMk id="12" creationId="{9FC0939B-8A58-2FB7-F73B-0B918F54405D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12" creationId="{B6A805E5-76EA-1AE1-92A8-68B03CA498E9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14" creationId="{9C240754-F8E9-2C8E-EA72-9ACC8244B860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14" creationId="{DA92CBAE-2D83-7BBD-E552-56FA439F12EE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17" creationId="{744E27A7-247F-9536-880F-E593140C245C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17" creationId="{C9B1CDDD-55C4-046E-A27D-8F1415FEEF08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18" creationId="{4EA15DD2-7480-B2E4-0D60-51BE14344E23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19" creationId="{949D1BF6-8093-C97A-E755-2F3FEC05E4E7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20" creationId="{9B497B14-5025-7392-0DA4-281C121F03E9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21" creationId="{35C7C63E-239D-F3A6-61B0-933E31CFACA9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22" creationId="{344C3E3B-C176-A0F6-DDE8-022EE15B6CD3}"/>
          </ac:spMkLst>
        </pc:spChg>
        <pc:spChg chg="mod topLvl">
          <ac:chgData name="Sunbin Kim" userId="54d11c9c6284e2f4" providerId="LiveId" clId="{9543A2DF-DE45-4ADC-9B2B-BF754554D584}" dt="2024-11-18T01:20:20.412" v="2682" actId="1035"/>
          <ac:spMkLst>
            <pc:docMk/>
            <pc:sldMk cId="3721787742" sldId="353"/>
            <ac:spMk id="22" creationId="{72E187C5-FF9C-A9F9-3ABB-3C014D3E24C6}"/>
          </ac:spMkLst>
        </pc:spChg>
        <pc:spChg chg="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23" creationId="{1271AF9D-8469-A66C-07B2-A071BF3E4088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23" creationId="{80EB8F03-02F9-3457-0418-65507C0EC426}"/>
          </ac:spMkLst>
        </pc:spChg>
        <pc:spChg chg="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24" creationId="{36208DBF-9BD3-7212-DF7D-02986F7AC42E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24" creationId="{B138EF52-19AC-A5F2-6C08-2BB242FDCB47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26" creationId="{90575CF5-9BE9-17C0-7454-4133553642F8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26" creationId="{A2081BC0-6826-CB50-DEC6-DA7F7E650EB1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27" creationId="{729D7A3E-9158-16C5-8C0D-968632148EE2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27" creationId="{DFC473E7-2DF3-8754-9749-82221344A1CA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28" creationId="{0B7D0B77-615F-1B34-A27F-501C8EEE4C4A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28" creationId="{407890C8-D00D-87CD-CDF9-2468880818E3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29" creationId="{9E58269F-94CC-B121-1F3A-430650186666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29" creationId="{D85DD71F-4269-DE97-7CC3-C1F2B71C14B5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30" creationId="{7DEBD172-7FBD-00CD-08EF-3A07D6E1A20B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31" creationId="{BA3EA65E-3197-7576-3188-C94176BAD6F5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32" creationId="{1798FA0D-11D7-8899-0B63-8BFFE139E890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33" creationId="{769D254B-BD90-A28F-60F1-18D1B7DD28DE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34" creationId="{1C168D2D-9381-0287-527B-006DEF7D17B0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34" creationId="{9DFC9FA4-557C-6E1E-DBCB-086AFC354283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35" creationId="{1EFD588C-8036-C980-B446-E6014851C0B2}"/>
          </ac:spMkLst>
        </pc:spChg>
        <pc:spChg chg="add del mod topLvl">
          <ac:chgData name="Sunbin Kim" userId="54d11c9c6284e2f4" providerId="LiveId" clId="{9543A2DF-DE45-4ADC-9B2B-BF754554D584}" dt="2024-11-18T01:04:48.755" v="2338" actId="478"/>
          <ac:spMkLst>
            <pc:docMk/>
            <pc:sldMk cId="3721787742" sldId="353"/>
            <ac:spMk id="35" creationId="{DA955D8E-C765-7E32-E860-284B8668BEA3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36" creationId="{74B27987-092C-7D39-1A20-7647CA4BF5C1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36" creationId="{9A13306C-C0F0-E2FE-DBD3-118EB5C2C64B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37" creationId="{0349CE57-1E5B-D5EF-ACFB-2E2C6FCC7F9B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37" creationId="{A76D4C6C-2BD6-691B-F9F4-8CD281ADE27D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38" creationId="{6FBA6D8A-D546-A094-31E6-2B6F30A775E0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38" creationId="{926B0F61-B2F9-86A6-CB8E-67B69D9C619A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39" creationId="{009FE1E0-66A0-B12C-6E5E-FC5137A01ECD}"/>
          </ac:spMkLst>
        </pc:spChg>
        <pc:spChg chg="del">
          <ac:chgData name="Sunbin Kim" userId="54d11c9c6284e2f4" providerId="LiveId" clId="{9543A2DF-DE45-4ADC-9B2B-BF754554D584}" dt="2024-11-18T00:12:34.560" v="0" actId="478"/>
          <ac:spMkLst>
            <pc:docMk/>
            <pc:sldMk cId="3721787742" sldId="353"/>
            <ac:spMk id="39" creationId="{509E01DC-907B-AD72-1744-3BF3AF7D0EBF}"/>
          </ac:spMkLst>
        </pc:spChg>
        <pc:spChg chg="del mod ord">
          <ac:chgData name="Sunbin Kim" userId="54d11c9c6284e2f4" providerId="LiveId" clId="{9543A2DF-DE45-4ADC-9B2B-BF754554D584}" dt="2024-11-18T00:35:38.002" v="1228" actId="478"/>
          <ac:spMkLst>
            <pc:docMk/>
            <pc:sldMk cId="3721787742" sldId="353"/>
            <ac:spMk id="40" creationId="{7C6FA5AA-EA64-EBF5-E133-F46B9D7F1E61}"/>
          </ac:spMkLst>
        </pc:spChg>
        <pc:spChg chg="add mod topLvl">
          <ac:chgData name="Sunbin Kim" userId="54d11c9c6284e2f4" providerId="LiveId" clId="{9543A2DF-DE45-4ADC-9B2B-BF754554D584}" dt="2024-11-18T00:57:44.599" v="1934" actId="14100"/>
          <ac:spMkLst>
            <pc:docMk/>
            <pc:sldMk cId="3721787742" sldId="353"/>
            <ac:spMk id="42" creationId="{DDCB3D26-8B1C-9AA9-DF1E-9FAF5E47BB7D}"/>
          </ac:spMkLst>
        </pc:spChg>
        <pc:spChg chg="add mod topLvl">
          <ac:chgData name="Sunbin Kim" userId="54d11c9c6284e2f4" providerId="LiveId" clId="{9543A2DF-DE45-4ADC-9B2B-BF754554D584}" dt="2024-11-18T00:57:26.435" v="1927" actId="164"/>
          <ac:spMkLst>
            <pc:docMk/>
            <pc:sldMk cId="3721787742" sldId="353"/>
            <ac:spMk id="43" creationId="{06CE8863-3478-9CDD-2EA5-04547320924D}"/>
          </ac:spMkLst>
        </pc:spChg>
        <pc:spChg chg="add mod topLvl">
          <ac:chgData name="Sunbin Kim" userId="54d11c9c6284e2f4" providerId="LiveId" clId="{9543A2DF-DE45-4ADC-9B2B-BF754554D584}" dt="2024-11-18T00:57:33.412" v="1930" actId="164"/>
          <ac:spMkLst>
            <pc:docMk/>
            <pc:sldMk cId="3721787742" sldId="353"/>
            <ac:spMk id="44" creationId="{9BCDDBF6-FC26-1D16-1209-6F75572D928A}"/>
          </ac:spMkLst>
        </pc:spChg>
        <pc:spChg chg="add mod topLvl">
          <ac:chgData name="Sunbin Kim" userId="54d11c9c6284e2f4" providerId="LiveId" clId="{9543A2DF-DE45-4ADC-9B2B-BF754554D584}" dt="2024-11-18T00:51:43.925" v="1740" actId="1037"/>
          <ac:spMkLst>
            <pc:docMk/>
            <pc:sldMk cId="3721787742" sldId="353"/>
            <ac:spMk id="45" creationId="{0B29F21E-9AAE-6CC4-3157-CDBD980DFE21}"/>
          </ac:spMkLst>
        </pc:spChg>
        <pc:spChg chg="add mod topLvl">
          <ac:chgData name="Sunbin Kim" userId="54d11c9c6284e2f4" providerId="LiveId" clId="{9543A2DF-DE45-4ADC-9B2B-BF754554D584}" dt="2024-11-18T00:57:27.691" v="1928" actId="164"/>
          <ac:spMkLst>
            <pc:docMk/>
            <pc:sldMk cId="3721787742" sldId="353"/>
            <ac:spMk id="46" creationId="{D826CC40-F1C3-3EF0-8F66-982E7A17EF3F}"/>
          </ac:spMkLst>
        </pc:spChg>
        <pc:spChg chg="add mod topLvl">
          <ac:chgData name="Sunbin Kim" userId="54d11c9c6284e2f4" providerId="LiveId" clId="{9543A2DF-DE45-4ADC-9B2B-BF754554D584}" dt="2024-11-18T00:57:27.691" v="1928" actId="164"/>
          <ac:spMkLst>
            <pc:docMk/>
            <pc:sldMk cId="3721787742" sldId="353"/>
            <ac:spMk id="47" creationId="{A0B889EC-3833-417C-D5A4-D1BD61757C8F}"/>
          </ac:spMkLst>
        </pc:spChg>
        <pc:spChg chg="add mod topLvl">
          <ac:chgData name="Sunbin Kim" userId="54d11c9c6284e2f4" providerId="LiveId" clId="{9543A2DF-DE45-4ADC-9B2B-BF754554D584}" dt="2024-11-18T00:57:26.435" v="1927" actId="164"/>
          <ac:spMkLst>
            <pc:docMk/>
            <pc:sldMk cId="3721787742" sldId="353"/>
            <ac:spMk id="48" creationId="{3F76A05A-5453-6494-8FDD-63D957D6D333}"/>
          </ac:spMkLst>
        </pc:spChg>
        <pc:spChg chg="add mod topLvl">
          <ac:chgData name="Sunbin Kim" userId="54d11c9c6284e2f4" providerId="LiveId" clId="{9543A2DF-DE45-4ADC-9B2B-BF754554D584}" dt="2024-11-18T00:57:24.014" v="1925" actId="164"/>
          <ac:spMkLst>
            <pc:docMk/>
            <pc:sldMk cId="3721787742" sldId="353"/>
            <ac:spMk id="49" creationId="{D3AD3B84-8051-E87B-90BB-F90577A9550B}"/>
          </ac:spMkLst>
        </pc:spChg>
        <pc:spChg chg="add mod topLvl">
          <ac:chgData name="Sunbin Kim" userId="54d11c9c6284e2f4" providerId="LiveId" clId="{9543A2DF-DE45-4ADC-9B2B-BF754554D584}" dt="2024-11-18T00:57:26.435" v="1927" actId="164"/>
          <ac:spMkLst>
            <pc:docMk/>
            <pc:sldMk cId="3721787742" sldId="353"/>
            <ac:spMk id="50" creationId="{EE51C325-D623-4E47-4F9D-488D8BAC56DE}"/>
          </ac:spMkLst>
        </pc:spChg>
        <pc:spChg chg="add mod topLvl">
          <ac:chgData name="Sunbin Kim" userId="54d11c9c6284e2f4" providerId="LiveId" clId="{9543A2DF-DE45-4ADC-9B2B-BF754554D584}" dt="2024-11-18T00:57:29.096" v="1929" actId="164"/>
          <ac:spMkLst>
            <pc:docMk/>
            <pc:sldMk cId="3721787742" sldId="353"/>
            <ac:spMk id="51" creationId="{4DAD9B8F-3246-5A11-A1A3-72630E452EC3}"/>
          </ac:spMkLst>
        </pc:spChg>
        <pc:spChg chg="mod">
          <ac:chgData name="Sunbin Kim" userId="54d11c9c6284e2f4" providerId="LiveId" clId="{9543A2DF-DE45-4ADC-9B2B-BF754554D584}" dt="2024-11-18T01:19:34.028" v="2645" actId="165"/>
          <ac:spMkLst>
            <pc:docMk/>
            <pc:sldMk cId="3721787742" sldId="353"/>
            <ac:spMk id="53" creationId="{324C7062-DAD9-85A1-EF9D-60A1FCCDF019}"/>
          </ac:spMkLst>
        </pc:spChg>
        <pc:spChg chg="mod">
          <ac:chgData name="Sunbin Kim" userId="54d11c9c6284e2f4" providerId="LiveId" clId="{9543A2DF-DE45-4ADC-9B2B-BF754554D584}" dt="2024-11-18T01:19:34.028" v="2645" actId="165"/>
          <ac:spMkLst>
            <pc:docMk/>
            <pc:sldMk cId="3721787742" sldId="353"/>
            <ac:spMk id="54" creationId="{39D8AD26-F1C0-2F45-A40B-0430C2DD90CB}"/>
          </ac:spMkLst>
        </pc:spChg>
        <pc:spChg chg="mod">
          <ac:chgData name="Sunbin Kim" userId="54d11c9c6284e2f4" providerId="LiveId" clId="{9543A2DF-DE45-4ADC-9B2B-BF754554D584}" dt="2024-11-18T01:19:34.028" v="2645" actId="165"/>
          <ac:spMkLst>
            <pc:docMk/>
            <pc:sldMk cId="3721787742" sldId="353"/>
            <ac:spMk id="55" creationId="{3FED1ECE-5C62-35B9-4A30-7B9005CC358F}"/>
          </ac:spMkLst>
        </pc:spChg>
        <pc:spChg chg="add mod topLvl">
          <ac:chgData name="Sunbin Kim" userId="54d11c9c6284e2f4" providerId="LiveId" clId="{9543A2DF-DE45-4ADC-9B2B-BF754554D584}" dt="2024-11-18T01:20:00.938" v="2652" actId="14100"/>
          <ac:spMkLst>
            <pc:docMk/>
            <pc:sldMk cId="3721787742" sldId="353"/>
            <ac:spMk id="56" creationId="{F3583F14-FB52-1425-55A8-2636686D6D38}"/>
          </ac:spMkLst>
        </pc:spChg>
        <pc:spChg chg="add mod topLvl">
          <ac:chgData name="Sunbin Kim" userId="54d11c9c6284e2f4" providerId="LiveId" clId="{9543A2DF-DE45-4ADC-9B2B-BF754554D584}" dt="2024-11-18T00:57:29.096" v="1929" actId="164"/>
          <ac:spMkLst>
            <pc:docMk/>
            <pc:sldMk cId="3721787742" sldId="353"/>
            <ac:spMk id="57" creationId="{0CA103B4-464E-3DAF-C54F-0060E5468B1B}"/>
          </ac:spMkLst>
        </pc:spChg>
        <pc:spChg chg="add mod topLvl">
          <ac:chgData name="Sunbin Kim" userId="54d11c9c6284e2f4" providerId="LiveId" clId="{9543A2DF-DE45-4ADC-9B2B-BF754554D584}" dt="2024-11-18T00:57:29.096" v="1929" actId="164"/>
          <ac:spMkLst>
            <pc:docMk/>
            <pc:sldMk cId="3721787742" sldId="353"/>
            <ac:spMk id="58" creationId="{6845B33B-65B2-936D-A4C6-2984507EC79A}"/>
          </ac:spMkLst>
        </pc:spChg>
        <pc:spChg chg="add mod topLvl">
          <ac:chgData name="Sunbin Kim" userId="54d11c9c6284e2f4" providerId="LiveId" clId="{9543A2DF-DE45-4ADC-9B2B-BF754554D584}" dt="2024-11-18T00:57:27.691" v="1928" actId="164"/>
          <ac:spMkLst>
            <pc:docMk/>
            <pc:sldMk cId="3721787742" sldId="353"/>
            <ac:spMk id="59" creationId="{3CE3D709-7DFE-6B24-F458-403A6ED17865}"/>
          </ac:spMkLst>
        </pc:spChg>
        <pc:spChg chg="add mod topLvl">
          <ac:chgData name="Sunbin Kim" userId="54d11c9c6284e2f4" providerId="LiveId" clId="{9543A2DF-DE45-4ADC-9B2B-BF754554D584}" dt="2024-11-18T00:57:27.691" v="1928" actId="164"/>
          <ac:spMkLst>
            <pc:docMk/>
            <pc:sldMk cId="3721787742" sldId="353"/>
            <ac:spMk id="60" creationId="{2518A6FE-06DE-D064-AAC9-37C92CCA3D32}"/>
          </ac:spMkLst>
        </pc:spChg>
        <pc:spChg chg="add mod topLvl">
          <ac:chgData name="Sunbin Kim" userId="54d11c9c6284e2f4" providerId="LiveId" clId="{9543A2DF-DE45-4ADC-9B2B-BF754554D584}" dt="2024-11-18T00:57:26.435" v="1927" actId="164"/>
          <ac:spMkLst>
            <pc:docMk/>
            <pc:sldMk cId="3721787742" sldId="353"/>
            <ac:spMk id="61" creationId="{5F10DB2E-2A42-BC4D-2621-056778949F6D}"/>
          </ac:spMkLst>
        </pc:spChg>
        <pc:spChg chg="add mod topLvl">
          <ac:chgData name="Sunbin Kim" userId="54d11c9c6284e2f4" providerId="LiveId" clId="{9543A2DF-DE45-4ADC-9B2B-BF754554D584}" dt="2024-11-18T00:57:26.435" v="1927" actId="164"/>
          <ac:spMkLst>
            <pc:docMk/>
            <pc:sldMk cId="3721787742" sldId="353"/>
            <ac:spMk id="62" creationId="{D38AE0ED-1ABF-FE6E-754E-D9C3CCB5954F}"/>
          </ac:spMkLst>
        </pc:spChg>
        <pc:spChg chg="add mod topLvl">
          <ac:chgData name="Sunbin Kim" userId="54d11c9c6284e2f4" providerId="LiveId" clId="{9543A2DF-DE45-4ADC-9B2B-BF754554D584}" dt="2024-11-18T00:57:24.014" v="1925" actId="164"/>
          <ac:spMkLst>
            <pc:docMk/>
            <pc:sldMk cId="3721787742" sldId="353"/>
            <ac:spMk id="63" creationId="{B98985B7-AEFC-2078-0FD7-8FF8D3DBE219}"/>
          </ac:spMkLst>
        </pc:spChg>
        <pc:spChg chg="add mod topLvl">
          <ac:chgData name="Sunbin Kim" userId="54d11c9c6284e2f4" providerId="LiveId" clId="{9543A2DF-DE45-4ADC-9B2B-BF754554D584}" dt="2024-11-18T00:57:24.014" v="1925" actId="164"/>
          <ac:spMkLst>
            <pc:docMk/>
            <pc:sldMk cId="3721787742" sldId="353"/>
            <ac:spMk id="64" creationId="{629EC81F-921D-8BC2-691C-C21E74766398}"/>
          </ac:spMkLst>
        </pc:spChg>
        <pc:spChg chg="add mod topLvl">
          <ac:chgData name="Sunbin Kim" userId="54d11c9c6284e2f4" providerId="LiveId" clId="{9543A2DF-DE45-4ADC-9B2B-BF754554D584}" dt="2024-11-18T00:57:29.096" v="1929" actId="164"/>
          <ac:spMkLst>
            <pc:docMk/>
            <pc:sldMk cId="3721787742" sldId="353"/>
            <ac:spMk id="65" creationId="{AF38DF55-3B17-E415-92C9-ACEA44017D20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67" creationId="{54EB1AAB-3416-5342-2732-560E00A8BCD6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68" creationId="{738FAE92-2AEF-AF33-5016-EBE7F5AE2D0D}"/>
          </ac:spMkLst>
        </pc:spChg>
        <pc:spChg chg="add del mod topLvl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69" creationId="{9CBDC424-6492-BEAE-F88C-C3DFA88D1F10}"/>
          </ac:spMkLst>
        </pc:spChg>
        <pc:spChg chg="add del mod topLvl">
          <ac:chgData name="Sunbin Kim" userId="54d11c9c6284e2f4" providerId="LiveId" clId="{9543A2DF-DE45-4ADC-9B2B-BF754554D584}" dt="2024-11-18T00:45:53.417" v="1580" actId="478"/>
          <ac:spMkLst>
            <pc:docMk/>
            <pc:sldMk cId="3721787742" sldId="353"/>
            <ac:spMk id="70" creationId="{EC4810C7-249A-321E-4BBD-07929A80FFA6}"/>
          </ac:spMkLst>
        </pc:spChg>
        <pc:spChg chg="add del mod">
          <ac:chgData name="Sunbin Kim" userId="54d11c9c6284e2f4" providerId="LiveId" clId="{9543A2DF-DE45-4ADC-9B2B-BF754554D584}" dt="2024-11-18T00:41:08.238" v="1442" actId="478"/>
          <ac:spMkLst>
            <pc:docMk/>
            <pc:sldMk cId="3721787742" sldId="353"/>
            <ac:spMk id="102" creationId="{5A589A55-E0CF-1540-61A0-3B9884F95AF6}"/>
          </ac:spMkLst>
        </pc:spChg>
        <pc:spChg chg="add del mod">
          <ac:chgData name="Sunbin Kim" userId="54d11c9c6284e2f4" providerId="LiveId" clId="{9543A2DF-DE45-4ADC-9B2B-BF754554D584}" dt="2024-11-18T00:43:52.436" v="1520" actId="478"/>
          <ac:spMkLst>
            <pc:docMk/>
            <pc:sldMk cId="3721787742" sldId="353"/>
            <ac:spMk id="119" creationId="{798DFCB2-62C8-F9E6-7CE7-6D29571DCE65}"/>
          </ac:spMkLst>
        </pc:spChg>
        <pc:spChg chg="add del mod">
          <ac:chgData name="Sunbin Kim" userId="54d11c9c6284e2f4" providerId="LiveId" clId="{9543A2DF-DE45-4ADC-9B2B-BF754554D584}" dt="2024-11-18T00:43:52.436" v="1520" actId="478"/>
          <ac:spMkLst>
            <pc:docMk/>
            <pc:sldMk cId="3721787742" sldId="353"/>
            <ac:spMk id="124" creationId="{3FBE2D14-635C-4C6D-F52C-DF5D19AF8D98}"/>
          </ac:spMkLst>
        </pc:spChg>
        <pc:spChg chg="add del mod">
          <ac:chgData name="Sunbin Kim" userId="54d11c9c6284e2f4" providerId="LiveId" clId="{9543A2DF-DE45-4ADC-9B2B-BF754554D584}" dt="2024-11-18T00:43:52.436" v="1520" actId="478"/>
          <ac:spMkLst>
            <pc:docMk/>
            <pc:sldMk cId="3721787742" sldId="353"/>
            <ac:spMk id="126" creationId="{E1F002C4-FDF2-4FFC-595F-CB1A71A5CDE0}"/>
          </ac:spMkLst>
        </pc:spChg>
        <pc:spChg chg="add del mod">
          <ac:chgData name="Sunbin Kim" userId="54d11c9c6284e2f4" providerId="LiveId" clId="{9543A2DF-DE45-4ADC-9B2B-BF754554D584}" dt="2024-11-18T00:44:08.731" v="1533" actId="478"/>
          <ac:spMkLst>
            <pc:docMk/>
            <pc:sldMk cId="3721787742" sldId="353"/>
            <ac:spMk id="128" creationId="{1F267079-51BA-7EFE-3BBC-148E1331CA81}"/>
          </ac:spMkLst>
        </pc:spChg>
        <pc:spChg chg="add del mod">
          <ac:chgData name="Sunbin Kim" userId="54d11c9c6284e2f4" providerId="LiveId" clId="{9543A2DF-DE45-4ADC-9B2B-BF754554D584}" dt="2024-11-18T00:44:29.769" v="1546" actId="478"/>
          <ac:spMkLst>
            <pc:docMk/>
            <pc:sldMk cId="3721787742" sldId="353"/>
            <ac:spMk id="130" creationId="{B339ADAD-E2FE-17FD-CC2B-0E089F5C4A65}"/>
          </ac:spMkLst>
        </pc:spChg>
        <pc:spChg chg="add del mod">
          <ac:chgData name="Sunbin Kim" userId="54d11c9c6284e2f4" providerId="LiveId" clId="{9543A2DF-DE45-4ADC-9B2B-BF754554D584}" dt="2024-11-18T00:45:07.393" v="1569" actId="478"/>
          <ac:spMkLst>
            <pc:docMk/>
            <pc:sldMk cId="3721787742" sldId="353"/>
            <ac:spMk id="131" creationId="{AE204B43-937F-0949-BB61-BD0A5ED54226}"/>
          </ac:spMkLst>
        </pc:spChg>
        <pc:spChg chg="add del mod">
          <ac:chgData name="Sunbin Kim" userId="54d11c9c6284e2f4" providerId="LiveId" clId="{9543A2DF-DE45-4ADC-9B2B-BF754554D584}" dt="2024-11-18T00:44:33.749" v="1548" actId="478"/>
          <ac:spMkLst>
            <pc:docMk/>
            <pc:sldMk cId="3721787742" sldId="353"/>
            <ac:spMk id="132" creationId="{A89EEEF8-DB99-2C08-8D61-714DDD8F51FF}"/>
          </ac:spMkLst>
        </pc:spChg>
        <pc:spChg chg="add del mod">
          <ac:chgData name="Sunbin Kim" userId="54d11c9c6284e2f4" providerId="LiveId" clId="{9543A2DF-DE45-4ADC-9B2B-BF754554D584}" dt="2024-11-18T00:51:57.813" v="1743" actId="478"/>
          <ac:spMkLst>
            <pc:docMk/>
            <pc:sldMk cId="3721787742" sldId="353"/>
            <ac:spMk id="142" creationId="{5FAE7CC1-D647-D86E-015D-EEF911E1AEC5}"/>
          </ac:spMkLst>
        </pc:spChg>
        <pc:spChg chg="add mod topLvl">
          <ac:chgData name="Sunbin Kim" userId="54d11c9c6284e2f4" providerId="LiveId" clId="{9543A2DF-DE45-4ADC-9B2B-BF754554D584}" dt="2024-11-18T01:20:20.412" v="2682" actId="1035"/>
          <ac:spMkLst>
            <pc:docMk/>
            <pc:sldMk cId="3721787742" sldId="353"/>
            <ac:spMk id="143" creationId="{6F8C0D16-9925-B185-5A8C-CA3A2D6C06DD}"/>
          </ac:spMkLst>
        </pc:spChg>
        <pc:spChg chg="add del mod">
          <ac:chgData name="Sunbin Kim" userId="54d11c9c6284e2f4" providerId="LiveId" clId="{9543A2DF-DE45-4ADC-9B2B-BF754554D584}" dt="2024-11-18T00:51:57.813" v="1743" actId="478"/>
          <ac:spMkLst>
            <pc:docMk/>
            <pc:sldMk cId="3721787742" sldId="353"/>
            <ac:spMk id="144" creationId="{533C03D2-1B03-00E3-8291-2F6AFB87E854}"/>
          </ac:spMkLst>
        </pc:spChg>
        <pc:spChg chg="add mod topLvl">
          <ac:chgData name="Sunbin Kim" userId="54d11c9c6284e2f4" providerId="LiveId" clId="{9543A2DF-DE45-4ADC-9B2B-BF754554D584}" dt="2024-11-18T01:20:20.412" v="2682" actId="1035"/>
          <ac:spMkLst>
            <pc:docMk/>
            <pc:sldMk cId="3721787742" sldId="353"/>
            <ac:spMk id="147" creationId="{F8E83636-F0AC-36EC-4587-1AF79E2CF019}"/>
          </ac:spMkLst>
        </pc:spChg>
        <pc:spChg chg="add del mod">
          <ac:chgData name="Sunbin Kim" userId="54d11c9c6284e2f4" providerId="LiveId" clId="{9543A2DF-DE45-4ADC-9B2B-BF754554D584}" dt="2024-11-18T00:49:49.664" v="1675" actId="478"/>
          <ac:spMkLst>
            <pc:docMk/>
            <pc:sldMk cId="3721787742" sldId="353"/>
            <ac:spMk id="148" creationId="{4F34BD9B-2106-9FD0-98D1-E067C5685257}"/>
          </ac:spMkLst>
        </pc:spChg>
        <pc:spChg chg="add del mod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149" creationId="{9E7E8376-A9EC-45B9-988A-408CAC164EBD}"/>
          </ac:spMkLst>
        </pc:spChg>
        <pc:spChg chg="add mod topLvl">
          <ac:chgData name="Sunbin Kim" userId="54d11c9c6284e2f4" providerId="LiveId" clId="{9543A2DF-DE45-4ADC-9B2B-BF754554D584}" dt="2024-11-18T01:20:20.412" v="2682" actId="1035"/>
          <ac:spMkLst>
            <pc:docMk/>
            <pc:sldMk cId="3721787742" sldId="353"/>
            <ac:spMk id="150" creationId="{BF4153A2-28D3-EEF3-9BF7-6C738A22C47A}"/>
          </ac:spMkLst>
        </pc:spChg>
        <pc:spChg chg="add mod">
          <ac:chgData name="Sunbin Kim" userId="54d11c9c6284e2f4" providerId="LiveId" clId="{9543A2DF-DE45-4ADC-9B2B-BF754554D584}" dt="2024-11-18T00:50:09.410" v="1684" actId="571"/>
          <ac:spMkLst>
            <pc:docMk/>
            <pc:sldMk cId="3721787742" sldId="353"/>
            <ac:spMk id="151" creationId="{72FFD0D8-791F-9829-A301-05DE24AE1766}"/>
          </ac:spMkLst>
        </pc:spChg>
        <pc:spChg chg="add del mod">
          <ac:chgData name="Sunbin Kim" userId="54d11c9c6284e2f4" providerId="LiveId" clId="{9543A2DF-DE45-4ADC-9B2B-BF754554D584}" dt="2024-11-18T00:50:21.592" v="1687" actId="478"/>
          <ac:spMkLst>
            <pc:docMk/>
            <pc:sldMk cId="3721787742" sldId="353"/>
            <ac:spMk id="152" creationId="{E1434032-9C6C-D896-AB73-A23C5C75B372}"/>
          </ac:spMkLst>
        </pc:spChg>
        <pc:spChg chg="add mod topLvl">
          <ac:chgData name="Sunbin Kim" userId="54d11c9c6284e2f4" providerId="LiveId" clId="{9543A2DF-DE45-4ADC-9B2B-BF754554D584}" dt="2024-11-18T01:20:20.412" v="2682" actId="1035"/>
          <ac:spMkLst>
            <pc:docMk/>
            <pc:sldMk cId="3721787742" sldId="353"/>
            <ac:spMk id="153" creationId="{7CAD3FD6-9BB3-EA39-19B0-3672DCA63626}"/>
          </ac:spMkLst>
        </pc:spChg>
        <pc:spChg chg="add mod topLvl">
          <ac:chgData name="Sunbin Kim" userId="54d11c9c6284e2f4" providerId="LiveId" clId="{9543A2DF-DE45-4ADC-9B2B-BF754554D584}" dt="2024-11-18T01:20:20.412" v="2682" actId="1035"/>
          <ac:spMkLst>
            <pc:docMk/>
            <pc:sldMk cId="3721787742" sldId="353"/>
            <ac:spMk id="154" creationId="{88B4C242-1F58-E9EF-FCA8-240E96A1B87F}"/>
          </ac:spMkLst>
        </pc:spChg>
        <pc:spChg chg="add mod">
          <ac:chgData name="Sunbin Kim" userId="54d11c9c6284e2f4" providerId="LiveId" clId="{9543A2DF-DE45-4ADC-9B2B-BF754554D584}" dt="2024-11-18T00:50:56.612" v="1701" actId="571"/>
          <ac:spMkLst>
            <pc:docMk/>
            <pc:sldMk cId="3721787742" sldId="353"/>
            <ac:spMk id="155" creationId="{4B0F9B76-DFF1-D50C-3D47-6849BF2F94C2}"/>
          </ac:spMkLst>
        </pc:spChg>
        <pc:spChg chg="add mod">
          <ac:chgData name="Sunbin Kim" userId="54d11c9c6284e2f4" providerId="LiveId" clId="{9543A2DF-DE45-4ADC-9B2B-BF754554D584}" dt="2024-11-18T00:50:56.612" v="1701" actId="571"/>
          <ac:spMkLst>
            <pc:docMk/>
            <pc:sldMk cId="3721787742" sldId="353"/>
            <ac:spMk id="156" creationId="{3203C50C-8D22-6034-E392-5B740630B032}"/>
          </ac:spMkLst>
        </pc:spChg>
        <pc:spChg chg="add mod topLvl">
          <ac:chgData name="Sunbin Kim" userId="54d11c9c6284e2f4" providerId="LiveId" clId="{9543A2DF-DE45-4ADC-9B2B-BF754554D584}" dt="2024-11-18T01:20:20.412" v="2682" actId="1035"/>
          <ac:spMkLst>
            <pc:docMk/>
            <pc:sldMk cId="3721787742" sldId="353"/>
            <ac:spMk id="157" creationId="{E0CCDDF4-7FC8-BA65-78A8-671FF19AFCD7}"/>
          </ac:spMkLst>
        </pc:spChg>
        <pc:spChg chg="add mod topLvl">
          <ac:chgData name="Sunbin Kim" userId="54d11c9c6284e2f4" providerId="LiveId" clId="{9543A2DF-DE45-4ADC-9B2B-BF754554D584}" dt="2024-11-18T01:20:20.412" v="2682" actId="1035"/>
          <ac:spMkLst>
            <pc:docMk/>
            <pc:sldMk cId="3721787742" sldId="353"/>
            <ac:spMk id="158" creationId="{DB9B844E-89BE-1944-7841-8C2BD463DC36}"/>
          </ac:spMkLst>
        </pc:spChg>
        <pc:spChg chg="add del mod">
          <ac:chgData name="Sunbin Kim" userId="54d11c9c6284e2f4" providerId="LiveId" clId="{9543A2DF-DE45-4ADC-9B2B-BF754554D584}" dt="2024-11-18T00:55:09.707" v="1865" actId="478"/>
          <ac:spMkLst>
            <pc:docMk/>
            <pc:sldMk cId="3721787742" sldId="353"/>
            <ac:spMk id="171" creationId="{F3EF8B95-E543-E387-E65C-59D57A94559C}"/>
          </ac:spMkLst>
        </pc:spChg>
        <pc:spChg chg="add mod topLvl">
          <ac:chgData name="Sunbin Kim" userId="54d11c9c6284e2f4" providerId="LiveId" clId="{9543A2DF-DE45-4ADC-9B2B-BF754554D584}" dt="2024-11-18T01:19:27.982" v="2641" actId="1076"/>
          <ac:spMkLst>
            <pc:docMk/>
            <pc:sldMk cId="3721787742" sldId="353"/>
            <ac:spMk id="172" creationId="{DB06E6C2-4122-85C6-8F1B-302E29A3F8FD}"/>
          </ac:spMkLst>
        </pc:spChg>
        <pc:spChg chg="add mod topLvl">
          <ac:chgData name="Sunbin Kim" userId="54d11c9c6284e2f4" providerId="LiveId" clId="{9543A2DF-DE45-4ADC-9B2B-BF754554D584}" dt="2024-11-18T01:19:27.982" v="2641" actId="1076"/>
          <ac:spMkLst>
            <pc:docMk/>
            <pc:sldMk cId="3721787742" sldId="353"/>
            <ac:spMk id="173" creationId="{CCE40979-A7E9-AD2D-B929-779CE475B6A8}"/>
          </ac:spMkLst>
        </pc:spChg>
        <pc:spChg chg="add mod">
          <ac:chgData name="Sunbin Kim" userId="54d11c9c6284e2f4" providerId="LiveId" clId="{9543A2DF-DE45-4ADC-9B2B-BF754554D584}" dt="2024-11-18T00:54:52.717" v="1850" actId="571"/>
          <ac:spMkLst>
            <pc:docMk/>
            <pc:sldMk cId="3721787742" sldId="353"/>
            <ac:spMk id="175" creationId="{D37433B7-F3D3-246B-201D-F49B3EE584E9}"/>
          </ac:spMkLst>
        </pc:spChg>
        <pc:spChg chg="add mod topLvl">
          <ac:chgData name="Sunbin Kim" userId="54d11c9c6284e2f4" providerId="LiveId" clId="{9543A2DF-DE45-4ADC-9B2B-BF754554D584}" dt="2024-11-18T01:19:27.982" v="2641" actId="1076"/>
          <ac:spMkLst>
            <pc:docMk/>
            <pc:sldMk cId="3721787742" sldId="353"/>
            <ac:spMk id="176" creationId="{EFB7380A-CE91-E53E-2C3B-29E4C97F6484}"/>
          </ac:spMkLst>
        </pc:spChg>
        <pc:spChg chg="add mod topLvl">
          <ac:chgData name="Sunbin Kim" userId="54d11c9c6284e2f4" providerId="LiveId" clId="{9543A2DF-DE45-4ADC-9B2B-BF754554D584}" dt="2024-11-18T01:20:20.412" v="2682" actId="1035"/>
          <ac:spMkLst>
            <pc:docMk/>
            <pc:sldMk cId="3721787742" sldId="353"/>
            <ac:spMk id="198" creationId="{3F4321FB-BF2F-1588-062A-7EA7B161BD82}"/>
          </ac:spMkLst>
        </pc:spChg>
        <pc:spChg chg="add mod topLvl">
          <ac:chgData name="Sunbin Kim" userId="54d11c9c6284e2f4" providerId="LiveId" clId="{9543A2DF-DE45-4ADC-9B2B-BF754554D584}" dt="2024-11-18T01:20:20.412" v="2682" actId="1035"/>
          <ac:spMkLst>
            <pc:docMk/>
            <pc:sldMk cId="3721787742" sldId="353"/>
            <ac:spMk id="199" creationId="{3F3C5736-E019-EB6E-C372-FB0181C6665E}"/>
          </ac:spMkLst>
        </pc:spChg>
        <pc:spChg chg="add mod topLvl">
          <ac:chgData name="Sunbin Kim" userId="54d11c9c6284e2f4" providerId="LiveId" clId="{9543A2DF-DE45-4ADC-9B2B-BF754554D584}" dt="2024-11-18T01:19:27.982" v="2641" actId="1076"/>
          <ac:spMkLst>
            <pc:docMk/>
            <pc:sldMk cId="3721787742" sldId="353"/>
            <ac:spMk id="203" creationId="{506F56D4-5416-7CD4-CCF5-FE7FCA4EE73C}"/>
          </ac:spMkLst>
        </pc:spChg>
        <pc:spChg chg="add mod">
          <ac:chgData name="Sunbin Kim" userId="54d11c9c6284e2f4" providerId="LiveId" clId="{9543A2DF-DE45-4ADC-9B2B-BF754554D584}" dt="2024-11-18T01:03:57.652" v="2178" actId="1076"/>
          <ac:spMkLst>
            <pc:docMk/>
            <pc:sldMk cId="3721787742" sldId="353"/>
            <ac:spMk id="210" creationId="{DD12B72C-2206-DB2F-9140-D7362DDA56E2}"/>
          </ac:spMkLst>
        </pc:spChg>
        <pc:spChg chg="add mod topLvl">
          <ac:chgData name="Sunbin Kim" userId="54d11c9c6284e2f4" providerId="LiveId" clId="{9543A2DF-DE45-4ADC-9B2B-BF754554D584}" dt="2024-11-18T01:20:06.719" v="2673" actId="1036"/>
          <ac:spMkLst>
            <pc:docMk/>
            <pc:sldMk cId="3721787742" sldId="353"/>
            <ac:spMk id="211" creationId="{CCDAE739-220C-5452-88AE-B42068E321CC}"/>
          </ac:spMkLst>
        </pc:spChg>
        <pc:spChg chg="add mod topLvl">
          <ac:chgData name="Sunbin Kim" userId="54d11c9c6284e2f4" providerId="LiveId" clId="{9543A2DF-DE45-4ADC-9B2B-BF754554D584}" dt="2024-11-18T01:19:27.982" v="2641" actId="1076"/>
          <ac:spMkLst>
            <pc:docMk/>
            <pc:sldMk cId="3721787742" sldId="353"/>
            <ac:spMk id="213" creationId="{48897155-D327-74CB-67FC-D2EC7E8E44E3}"/>
          </ac:spMkLst>
        </pc:spChg>
        <pc:spChg chg="add mod topLvl">
          <ac:chgData name="Sunbin Kim" userId="54d11c9c6284e2f4" providerId="LiveId" clId="{9543A2DF-DE45-4ADC-9B2B-BF754554D584}" dt="2024-11-18T01:19:27.982" v="2641" actId="1076"/>
          <ac:spMkLst>
            <pc:docMk/>
            <pc:sldMk cId="3721787742" sldId="353"/>
            <ac:spMk id="214" creationId="{5B7039EF-E5F5-6723-6FE6-796D3B8ED090}"/>
          </ac:spMkLst>
        </pc:spChg>
        <pc:spChg chg="add mod topLvl">
          <ac:chgData name="Sunbin Kim" userId="54d11c9c6284e2f4" providerId="LiveId" clId="{9543A2DF-DE45-4ADC-9B2B-BF754554D584}" dt="2024-11-18T01:19:27.982" v="2641" actId="1076"/>
          <ac:spMkLst>
            <pc:docMk/>
            <pc:sldMk cId="3721787742" sldId="353"/>
            <ac:spMk id="215" creationId="{087EE7F3-5EE3-9F47-B0B0-D90B19256AC7}"/>
          </ac:spMkLst>
        </pc:spChg>
        <pc:spChg chg="add mod topLvl">
          <ac:chgData name="Sunbin Kim" userId="54d11c9c6284e2f4" providerId="LiveId" clId="{9543A2DF-DE45-4ADC-9B2B-BF754554D584}" dt="2024-11-18T01:19:27.982" v="2641" actId="1076"/>
          <ac:spMkLst>
            <pc:docMk/>
            <pc:sldMk cId="3721787742" sldId="353"/>
            <ac:spMk id="216" creationId="{2E69734F-5DEC-59D8-7670-5F3C93FC0FA2}"/>
          </ac:spMkLst>
        </pc:spChg>
        <pc:spChg chg="add mod topLvl">
          <ac:chgData name="Sunbin Kim" userId="54d11c9c6284e2f4" providerId="LiveId" clId="{9543A2DF-DE45-4ADC-9B2B-BF754554D584}" dt="2024-11-18T01:19:27.982" v="2641" actId="1076"/>
          <ac:spMkLst>
            <pc:docMk/>
            <pc:sldMk cId="3721787742" sldId="353"/>
            <ac:spMk id="217" creationId="{4244E8CF-5358-ECA1-2227-E149C7558563}"/>
          </ac:spMkLst>
        </pc:spChg>
        <pc:spChg chg="add mod">
          <ac:chgData name="Sunbin Kim" userId="54d11c9c6284e2f4" providerId="LiveId" clId="{9543A2DF-DE45-4ADC-9B2B-BF754554D584}" dt="2024-11-18T01:08:57.326" v="2477"/>
          <ac:spMkLst>
            <pc:docMk/>
            <pc:sldMk cId="3721787742" sldId="353"/>
            <ac:spMk id="220" creationId="{6CDE5F2E-B634-EC38-1478-0DEB26905BD5}"/>
          </ac:spMkLst>
        </pc:spChg>
        <pc:spChg chg="add del mod">
          <ac:chgData name="Sunbin Kim" userId="54d11c9c6284e2f4" providerId="LiveId" clId="{9543A2DF-DE45-4ADC-9B2B-BF754554D584}" dt="2024-11-18T01:20:14.803" v="2676" actId="478"/>
          <ac:spMkLst>
            <pc:docMk/>
            <pc:sldMk cId="3721787742" sldId="353"/>
            <ac:spMk id="221" creationId="{ED6E7324-0FAC-906E-B530-732507AF10F7}"/>
          </ac:spMkLst>
        </pc:spChg>
        <pc:spChg chg="add mod topLvl">
          <ac:chgData name="Sunbin Kim" userId="54d11c9c6284e2f4" providerId="LiveId" clId="{9543A2DF-DE45-4ADC-9B2B-BF754554D584}" dt="2024-11-18T01:19:30.771" v="2642" actId="1076"/>
          <ac:spMkLst>
            <pc:docMk/>
            <pc:sldMk cId="3721787742" sldId="353"/>
            <ac:spMk id="356" creationId="{B24357D8-66B8-F557-6B04-A7A54B3DE550}"/>
          </ac:spMkLst>
        </pc:spChg>
        <pc:grpChg chg="add mod topLvl">
          <ac:chgData name="Sunbin Kim" userId="54d11c9c6284e2f4" providerId="LiveId" clId="{9543A2DF-DE45-4ADC-9B2B-BF754554D584}" dt="2024-11-18T00:51:43.925" v="1740" actId="1037"/>
          <ac:grpSpMkLst>
            <pc:docMk/>
            <pc:sldMk cId="3721787742" sldId="353"/>
            <ac:grpSpMk id="4" creationId="{F8140030-9039-4D37-B4A8-59DEF51E4E01}"/>
          </ac:grpSpMkLst>
        </pc:grpChg>
        <pc:grpChg chg="mod">
          <ac:chgData name="Sunbin Kim" userId="54d11c9c6284e2f4" providerId="LiveId" clId="{9543A2DF-DE45-4ADC-9B2B-BF754554D584}" dt="2024-11-18T00:51:43.925" v="1740" actId="1037"/>
          <ac:grpSpMkLst>
            <pc:docMk/>
            <pc:sldMk cId="3721787742" sldId="353"/>
            <ac:grpSpMk id="5" creationId="{5A045195-B0F2-15C6-87A2-CD675B4C2D8F}"/>
          </ac:grpSpMkLst>
        </pc:grpChg>
        <pc:grpChg chg="add del mod">
          <ac:chgData name="Sunbin Kim" userId="54d11c9c6284e2f4" providerId="LiveId" clId="{9543A2DF-DE45-4ADC-9B2B-BF754554D584}" dt="2024-11-18T01:19:34.028" v="2645" actId="165"/>
          <ac:grpSpMkLst>
            <pc:docMk/>
            <pc:sldMk cId="3721787742" sldId="353"/>
            <ac:grpSpMk id="11" creationId="{BA2EAEBC-3CCE-F890-CCF5-D1CA19EA55D1}"/>
          </ac:grpSpMkLst>
        </pc:grpChg>
        <pc:grpChg chg="add del mod topLvl">
          <ac:chgData name="Sunbin Kim" userId="54d11c9c6284e2f4" providerId="LiveId" clId="{9543A2DF-DE45-4ADC-9B2B-BF754554D584}" dt="2024-11-18T00:38:22.686" v="1360" actId="165"/>
          <ac:grpSpMkLst>
            <pc:docMk/>
            <pc:sldMk cId="3721787742" sldId="353"/>
            <ac:grpSpMk id="18" creationId="{06D98C8D-320C-51D6-6BB7-E3E97783EFE6}"/>
          </ac:grpSpMkLst>
        </pc:grpChg>
        <pc:grpChg chg="del mod topLvl">
          <ac:chgData name="Sunbin Kim" userId="54d11c9c6284e2f4" providerId="LiveId" clId="{9543A2DF-DE45-4ADC-9B2B-BF754554D584}" dt="2024-11-18T00:38:23.974" v="1364" actId="165"/>
          <ac:grpSpMkLst>
            <pc:docMk/>
            <pc:sldMk cId="3721787742" sldId="353"/>
            <ac:grpSpMk id="19" creationId="{F2740F6B-1124-674C-A72F-3CEE4058D79E}"/>
          </ac:grpSpMkLst>
        </pc:grpChg>
        <pc:grpChg chg="del mod topLvl">
          <ac:chgData name="Sunbin Kim" userId="54d11c9c6284e2f4" providerId="LiveId" clId="{9543A2DF-DE45-4ADC-9B2B-BF754554D584}" dt="2024-11-18T00:38:23.974" v="1364" actId="165"/>
          <ac:grpSpMkLst>
            <pc:docMk/>
            <pc:sldMk cId="3721787742" sldId="353"/>
            <ac:grpSpMk id="20" creationId="{E8AC75FF-9F86-820D-3C54-599CE30A73C1}"/>
          </ac:grpSpMkLst>
        </pc:grpChg>
        <pc:grpChg chg="del">
          <ac:chgData name="Sunbin Kim" userId="54d11c9c6284e2f4" providerId="LiveId" clId="{9543A2DF-DE45-4ADC-9B2B-BF754554D584}" dt="2024-11-18T00:12:34.560" v="0" actId="478"/>
          <ac:grpSpMkLst>
            <pc:docMk/>
            <pc:sldMk cId="3721787742" sldId="353"/>
            <ac:grpSpMk id="30" creationId="{09133BEF-6E38-6E86-043B-AFAF1D6E400D}"/>
          </ac:grpSpMkLst>
        </pc:grpChg>
        <pc:grpChg chg="add mod topLvl">
          <ac:chgData name="Sunbin Kim" userId="54d11c9c6284e2f4" providerId="LiveId" clId="{9543A2DF-DE45-4ADC-9B2B-BF754554D584}" dt="2024-11-18T01:19:39.013" v="2647" actId="1076"/>
          <ac:grpSpMkLst>
            <pc:docMk/>
            <pc:sldMk cId="3721787742" sldId="353"/>
            <ac:grpSpMk id="52" creationId="{4DB67D51-B487-37B4-DCBB-BD58FE267E72}"/>
          </ac:grpSpMkLst>
        </pc:grpChg>
        <pc:grpChg chg="add del mod">
          <ac:chgData name="Sunbin Kim" userId="54d11c9c6284e2f4" providerId="LiveId" clId="{9543A2DF-DE45-4ADC-9B2B-BF754554D584}" dt="2024-11-18T00:37:23.093" v="1350" actId="165"/>
          <ac:grpSpMkLst>
            <pc:docMk/>
            <pc:sldMk cId="3721787742" sldId="353"/>
            <ac:grpSpMk id="66" creationId="{E450D41E-A053-6FB1-A61B-7C5BDC76E667}"/>
          </ac:grpSpMkLst>
        </pc:grpChg>
        <pc:grpChg chg="add del mod">
          <ac:chgData name="Sunbin Kim" userId="54d11c9c6284e2f4" providerId="LiveId" clId="{9543A2DF-DE45-4ADC-9B2B-BF754554D584}" dt="2024-11-18T00:38:12.682" v="1359" actId="165"/>
          <ac:grpSpMkLst>
            <pc:docMk/>
            <pc:sldMk cId="3721787742" sldId="353"/>
            <ac:grpSpMk id="71" creationId="{E74BDB93-B78D-B2CB-FF3E-D32B1AE2A3C9}"/>
          </ac:grpSpMkLst>
        </pc:grpChg>
        <pc:grpChg chg="add del mod">
          <ac:chgData name="Sunbin Kim" userId="54d11c9c6284e2f4" providerId="LiveId" clId="{9543A2DF-DE45-4ADC-9B2B-BF754554D584}" dt="2024-11-18T00:41:45.356" v="1455" actId="165"/>
          <ac:grpSpMkLst>
            <pc:docMk/>
            <pc:sldMk cId="3721787742" sldId="353"/>
            <ac:grpSpMk id="111" creationId="{877DE66E-E373-53F5-33C7-400611B6A35E}"/>
          </ac:grpSpMkLst>
        </pc:grpChg>
        <pc:grpChg chg="add del mod topLvl">
          <ac:chgData name="Sunbin Kim" userId="54d11c9c6284e2f4" providerId="LiveId" clId="{9543A2DF-DE45-4ADC-9B2B-BF754554D584}" dt="2024-11-18T00:48:35.283" v="1636" actId="165"/>
          <ac:grpSpMkLst>
            <pc:docMk/>
            <pc:sldMk cId="3721787742" sldId="353"/>
            <ac:grpSpMk id="135" creationId="{4E5148BE-03D6-EB8B-FD32-C00B7805B117}"/>
          </ac:grpSpMkLst>
        </pc:grpChg>
        <pc:grpChg chg="add del mod">
          <ac:chgData name="Sunbin Kim" userId="54d11c9c6284e2f4" providerId="LiveId" clId="{9543A2DF-DE45-4ADC-9B2B-BF754554D584}" dt="2024-11-18T00:48:34.618" v="1635" actId="165"/>
          <ac:grpSpMkLst>
            <pc:docMk/>
            <pc:sldMk cId="3721787742" sldId="353"/>
            <ac:grpSpMk id="138" creationId="{C294463D-462B-D2FE-257D-2E9467B7EE0D}"/>
          </ac:grpSpMkLst>
        </pc:grpChg>
        <pc:grpChg chg="add del mod topLvl">
          <ac:chgData name="Sunbin Kim" userId="54d11c9c6284e2f4" providerId="LiveId" clId="{9543A2DF-DE45-4ADC-9B2B-BF754554D584}" dt="2024-11-18T00:56:16.632" v="1908" actId="165"/>
          <ac:grpSpMkLst>
            <pc:docMk/>
            <pc:sldMk cId="3721787742" sldId="353"/>
            <ac:grpSpMk id="146" creationId="{D7D53750-ED80-283D-D681-122A18910693}"/>
          </ac:grpSpMkLst>
        </pc:grpChg>
        <pc:grpChg chg="add del mod">
          <ac:chgData name="Sunbin Kim" userId="54d11c9c6284e2f4" providerId="LiveId" clId="{9543A2DF-DE45-4ADC-9B2B-BF754554D584}" dt="2024-11-18T00:56:14.477" v="1907" actId="165"/>
          <ac:grpSpMkLst>
            <pc:docMk/>
            <pc:sldMk cId="3721787742" sldId="353"/>
            <ac:grpSpMk id="177" creationId="{43B26F0A-BE59-E05E-F12F-F402BC6382F6}"/>
          </ac:grpSpMkLst>
        </pc:grpChg>
        <pc:grpChg chg="add del mod">
          <ac:chgData name="Sunbin Kim" userId="54d11c9c6284e2f4" providerId="LiveId" clId="{9543A2DF-DE45-4ADC-9B2B-BF754554D584}" dt="2024-11-18T00:58:03.462" v="1940" actId="165"/>
          <ac:grpSpMkLst>
            <pc:docMk/>
            <pc:sldMk cId="3721787742" sldId="353"/>
            <ac:grpSpMk id="185" creationId="{C3D7FFB3-1859-2FF4-D350-7A4359221BB5}"/>
          </ac:grpSpMkLst>
        </pc:grpChg>
        <pc:grpChg chg="add mod">
          <ac:chgData name="Sunbin Kim" userId="54d11c9c6284e2f4" providerId="LiveId" clId="{9543A2DF-DE45-4ADC-9B2B-BF754554D584}" dt="2024-11-18T00:57:24.988" v="1926" actId="1076"/>
          <ac:grpSpMkLst>
            <pc:docMk/>
            <pc:sldMk cId="3721787742" sldId="353"/>
            <ac:grpSpMk id="186" creationId="{8A702161-24D8-C6A0-C97C-3DD9F2E5168D}"/>
          </ac:grpSpMkLst>
        </pc:grpChg>
        <pc:grpChg chg="add mod">
          <ac:chgData name="Sunbin Kim" userId="54d11c9c6284e2f4" providerId="LiveId" clId="{9543A2DF-DE45-4ADC-9B2B-BF754554D584}" dt="2024-11-18T00:57:39.807" v="1932" actId="408"/>
          <ac:grpSpMkLst>
            <pc:docMk/>
            <pc:sldMk cId="3721787742" sldId="353"/>
            <ac:grpSpMk id="187" creationId="{C1F81EB3-FF07-2422-ED5B-25778127C752}"/>
          </ac:grpSpMkLst>
        </pc:grpChg>
        <pc:grpChg chg="add mod">
          <ac:chgData name="Sunbin Kim" userId="54d11c9c6284e2f4" providerId="LiveId" clId="{9543A2DF-DE45-4ADC-9B2B-BF754554D584}" dt="2024-11-18T00:57:33.412" v="1930" actId="164"/>
          <ac:grpSpMkLst>
            <pc:docMk/>
            <pc:sldMk cId="3721787742" sldId="353"/>
            <ac:grpSpMk id="188" creationId="{7F652C3C-7321-A3A0-447F-DF8CACE4FA6E}"/>
          </ac:grpSpMkLst>
        </pc:grpChg>
        <pc:grpChg chg="add mod">
          <ac:chgData name="Sunbin Kim" userId="54d11c9c6284e2f4" providerId="LiveId" clId="{9543A2DF-DE45-4ADC-9B2B-BF754554D584}" dt="2024-11-18T00:57:29.096" v="1929" actId="164"/>
          <ac:grpSpMkLst>
            <pc:docMk/>
            <pc:sldMk cId="3721787742" sldId="353"/>
            <ac:grpSpMk id="189" creationId="{DE96F709-4703-C843-3F84-B9888AF4760D}"/>
          </ac:grpSpMkLst>
        </pc:grpChg>
        <pc:grpChg chg="add mod">
          <ac:chgData name="Sunbin Kim" userId="54d11c9c6284e2f4" providerId="LiveId" clId="{9543A2DF-DE45-4ADC-9B2B-BF754554D584}" dt="2024-11-18T00:57:39.807" v="1932" actId="408"/>
          <ac:grpSpMkLst>
            <pc:docMk/>
            <pc:sldMk cId="3721787742" sldId="353"/>
            <ac:grpSpMk id="190" creationId="{D1424575-BDBF-CAA6-DB21-B8E0571F23ED}"/>
          </ac:grpSpMkLst>
        </pc:grpChg>
        <pc:grpChg chg="add mod">
          <ac:chgData name="Sunbin Kim" userId="54d11c9c6284e2f4" providerId="LiveId" clId="{9543A2DF-DE45-4ADC-9B2B-BF754554D584}" dt="2024-11-18T00:58:09.318" v="1942" actId="164"/>
          <ac:grpSpMkLst>
            <pc:docMk/>
            <pc:sldMk cId="3721787742" sldId="353"/>
            <ac:grpSpMk id="193" creationId="{C0977248-14FC-D833-DAAC-63321EAB795F}"/>
          </ac:grpSpMkLst>
        </pc:grpChg>
        <pc:grpChg chg="add mod topLvl">
          <ac:chgData name="Sunbin Kim" userId="54d11c9c6284e2f4" providerId="LiveId" clId="{9543A2DF-DE45-4ADC-9B2B-BF754554D584}" dt="2024-11-18T01:19:27.982" v="2641" actId="1076"/>
          <ac:grpSpMkLst>
            <pc:docMk/>
            <pc:sldMk cId="3721787742" sldId="353"/>
            <ac:grpSpMk id="194" creationId="{08FADEBC-04DC-38DB-4300-B7FECECC4F43}"/>
          </ac:grpSpMkLst>
        </pc:grpChg>
        <pc:grpChg chg="add del mod">
          <ac:chgData name="Sunbin Kim" userId="54d11c9c6284e2f4" providerId="LiveId" clId="{9543A2DF-DE45-4ADC-9B2B-BF754554D584}" dt="2024-11-18T01:00:08.577" v="2019" actId="165"/>
          <ac:grpSpMkLst>
            <pc:docMk/>
            <pc:sldMk cId="3721787742" sldId="353"/>
            <ac:grpSpMk id="197" creationId="{19F1A35C-F199-CFA9-F99A-BE970CC7B5EE}"/>
          </ac:grpSpMkLst>
        </pc:grpChg>
        <pc:grpChg chg="add mod topLvl">
          <ac:chgData name="Sunbin Kim" userId="54d11c9c6284e2f4" providerId="LiveId" clId="{9543A2DF-DE45-4ADC-9B2B-BF754554D584}" dt="2024-11-18T01:20:20.412" v="2682" actId="1035"/>
          <ac:grpSpMkLst>
            <pc:docMk/>
            <pc:sldMk cId="3721787742" sldId="353"/>
            <ac:grpSpMk id="201" creationId="{F0CC78C1-2640-C481-466F-4C980B513F92}"/>
          </ac:grpSpMkLst>
        </pc:grpChg>
        <pc:grpChg chg="add del mod">
          <ac:chgData name="Sunbin Kim" userId="54d11c9c6284e2f4" providerId="LiveId" clId="{9543A2DF-DE45-4ADC-9B2B-BF754554D584}" dt="2024-11-18T01:01:15.955" v="2068" actId="165"/>
          <ac:grpSpMkLst>
            <pc:docMk/>
            <pc:sldMk cId="3721787742" sldId="353"/>
            <ac:grpSpMk id="202" creationId="{35F8B40D-ECE6-CB0D-FACE-EC64584887C5}"/>
          </ac:grpSpMkLst>
        </pc:grpChg>
        <pc:grpChg chg="add mod topLvl">
          <ac:chgData name="Sunbin Kim" userId="54d11c9c6284e2f4" providerId="LiveId" clId="{9543A2DF-DE45-4ADC-9B2B-BF754554D584}" dt="2024-11-18T01:20:20.412" v="2682" actId="1035"/>
          <ac:grpSpMkLst>
            <pc:docMk/>
            <pc:sldMk cId="3721787742" sldId="353"/>
            <ac:grpSpMk id="204" creationId="{3C497253-33F4-8463-B571-44287DFA3CBC}"/>
          </ac:grpSpMkLst>
        </pc:grpChg>
        <pc:grpChg chg="add del mod topLvl">
          <ac:chgData name="Sunbin Kim" userId="54d11c9c6284e2f4" providerId="LiveId" clId="{9543A2DF-DE45-4ADC-9B2B-BF754554D584}" dt="2024-11-18T01:07:19.079" v="2416" actId="165"/>
          <ac:grpSpMkLst>
            <pc:docMk/>
            <pc:sldMk cId="3721787742" sldId="353"/>
            <ac:grpSpMk id="205" creationId="{98FD6777-A831-39CC-C08A-A315D09BE473}"/>
          </ac:grpSpMkLst>
        </pc:grpChg>
        <pc:grpChg chg="add del mod">
          <ac:chgData name="Sunbin Kim" userId="54d11c9c6284e2f4" providerId="LiveId" clId="{9543A2DF-DE45-4ADC-9B2B-BF754554D584}" dt="2024-11-18T01:03:02.117" v="2115" actId="165"/>
          <ac:grpSpMkLst>
            <pc:docMk/>
            <pc:sldMk cId="3721787742" sldId="353"/>
            <ac:grpSpMk id="208" creationId="{DD9C14B6-9331-4869-0432-C01C4771D8A2}"/>
          </ac:grpSpMkLst>
        </pc:grpChg>
        <pc:grpChg chg="add mod">
          <ac:chgData name="Sunbin Kim" userId="54d11c9c6284e2f4" providerId="LiveId" clId="{9543A2DF-DE45-4ADC-9B2B-BF754554D584}" dt="2024-11-18T01:20:12.342" v="2675" actId="1076"/>
          <ac:grpSpMkLst>
            <pc:docMk/>
            <pc:sldMk cId="3721787742" sldId="353"/>
            <ac:grpSpMk id="209" creationId="{5391A3D9-DBA2-3DB9-B43C-CEFBAEB4EEC9}"/>
          </ac:grpSpMkLst>
        </pc:grpChg>
        <pc:grpChg chg="add del mod">
          <ac:chgData name="Sunbin Kim" userId="54d11c9c6284e2f4" providerId="LiveId" clId="{9543A2DF-DE45-4ADC-9B2B-BF754554D584}" dt="2024-11-18T01:07:17.944" v="2415" actId="165"/>
          <ac:grpSpMkLst>
            <pc:docMk/>
            <pc:sldMk cId="3721787742" sldId="353"/>
            <ac:grpSpMk id="212" creationId="{1F12458F-E5A9-7C42-FB27-CF96C42407E6}"/>
          </ac:grpSpMkLst>
        </pc:grpChg>
        <pc:grpChg chg="add del mod">
          <ac:chgData name="Sunbin Kim" userId="54d11c9c6284e2f4" providerId="LiveId" clId="{9543A2DF-DE45-4ADC-9B2B-BF754554D584}" dt="2024-11-18T01:08:37.687" v="2460" actId="165"/>
          <ac:grpSpMkLst>
            <pc:docMk/>
            <pc:sldMk cId="3721787742" sldId="353"/>
            <ac:grpSpMk id="218" creationId="{8D8F6F02-C241-50B6-5DEC-E955395DEA78}"/>
          </ac:grpSpMkLst>
        </pc:grpChg>
        <pc:grpChg chg="add mod">
          <ac:chgData name="Sunbin Kim" userId="54d11c9c6284e2f4" providerId="LiveId" clId="{9543A2DF-DE45-4ADC-9B2B-BF754554D584}" dt="2024-11-18T01:20:20.412" v="2682" actId="1035"/>
          <ac:grpSpMkLst>
            <pc:docMk/>
            <pc:sldMk cId="3721787742" sldId="353"/>
            <ac:grpSpMk id="219" creationId="{E646B4C0-A69B-D362-D796-BEFA561DA1D3}"/>
          </ac:grpSpMkLst>
        </pc:grpChg>
        <pc:picChg chg="add mod topLvl">
          <ac:chgData name="Sunbin Kim" userId="54d11c9c6284e2f4" providerId="LiveId" clId="{9543A2DF-DE45-4ADC-9B2B-BF754554D584}" dt="2024-11-18T00:51:43.925" v="1740" actId="1037"/>
          <ac:picMkLst>
            <pc:docMk/>
            <pc:sldMk cId="3721787742" sldId="353"/>
            <ac:picMk id="41" creationId="{91E75276-6102-3E65-5976-B35BB3377FA7}"/>
          </ac:picMkLst>
        </pc:picChg>
        <pc:picChg chg="add mod topLvl">
          <ac:chgData name="Sunbin Kim" userId="54d11c9c6284e2f4" providerId="LiveId" clId="{9543A2DF-DE45-4ADC-9B2B-BF754554D584}" dt="2024-11-18T01:19:30.771" v="2642" actId="1076"/>
          <ac:picMkLst>
            <pc:docMk/>
            <pc:sldMk cId="3721787742" sldId="353"/>
            <ac:picMk id="207" creationId="{A47ED4BB-6FCB-B209-A552-F27455486266}"/>
          </ac:picMkLst>
        </pc:picChg>
        <pc:cxnChg chg="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21" creationId="{978FCC26-B47B-1EA9-28B6-31CA8CBCD8C8}"/>
          </ac:cxnSpMkLst>
        </pc:cxnChg>
        <pc:cxnChg chg="add 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73" creationId="{A4985BE5-971B-215F-0467-B1C2B588CBEA}"/>
          </ac:cxnSpMkLst>
        </pc:cxnChg>
        <pc:cxnChg chg="add 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83" creationId="{8A577359-02A5-976C-52BC-FB85E2C6584D}"/>
          </ac:cxnSpMkLst>
        </pc:cxnChg>
        <pc:cxnChg chg="add 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86" creationId="{AEC1C2F7-0D7F-E987-2DD8-F3CD28B1324A}"/>
          </ac:cxnSpMkLst>
        </pc:cxnChg>
        <pc:cxnChg chg="add 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88" creationId="{1B858339-95A7-E891-970E-9E1598B38EF6}"/>
          </ac:cxnSpMkLst>
        </pc:cxnChg>
        <pc:cxnChg chg="add 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104" creationId="{85A27B53-DD7C-0A6F-1B27-F3BAEF57883C}"/>
          </ac:cxnSpMkLst>
        </pc:cxnChg>
        <pc:cxnChg chg="add 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105" creationId="{E28928A1-1341-3A23-80B0-9A1D87553356}"/>
          </ac:cxnSpMkLst>
        </pc:cxnChg>
        <pc:cxnChg chg="add 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106" creationId="{66C3757A-37FD-8584-01E2-75EA876592CC}"/>
          </ac:cxnSpMkLst>
        </pc:cxnChg>
        <pc:cxnChg chg="add 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107" creationId="{F16B71B5-89A6-97EA-D091-6C60F96F65BD}"/>
          </ac:cxnSpMkLst>
        </pc:cxnChg>
        <pc:cxnChg chg="add del mod topLvl">
          <ac:chgData name="Sunbin Kim" userId="54d11c9c6284e2f4" providerId="LiveId" clId="{9543A2DF-DE45-4ADC-9B2B-BF754554D584}" dt="2024-11-18T01:19:27.982" v="2641" actId="1076"/>
          <ac:cxnSpMkLst>
            <pc:docMk/>
            <pc:sldMk cId="3721787742" sldId="353"/>
            <ac:cxnSpMk id="112" creationId="{F17CC56A-1976-B537-7018-0E31144CAD72}"/>
          </ac:cxnSpMkLst>
        </pc:cxnChg>
        <pc:cxnChg chg="add mod topLvl">
          <ac:chgData name="Sunbin Kim" userId="54d11c9c6284e2f4" providerId="LiveId" clId="{9543A2DF-DE45-4ADC-9B2B-BF754554D584}" dt="2024-11-18T01:19:27.982" v="2641" actId="1076"/>
          <ac:cxnSpMkLst>
            <pc:docMk/>
            <pc:sldMk cId="3721787742" sldId="353"/>
            <ac:cxnSpMk id="113" creationId="{773122AF-8B6C-6729-5FF0-0F82CFBDF267}"/>
          </ac:cxnSpMkLst>
        </pc:cxnChg>
        <pc:cxnChg chg="add mod topLvl">
          <ac:chgData name="Sunbin Kim" userId="54d11c9c6284e2f4" providerId="LiveId" clId="{9543A2DF-DE45-4ADC-9B2B-BF754554D584}" dt="2024-11-18T01:19:27.982" v="2641" actId="1076"/>
          <ac:cxnSpMkLst>
            <pc:docMk/>
            <pc:sldMk cId="3721787742" sldId="353"/>
            <ac:cxnSpMk id="116" creationId="{4F963087-D07A-1CBE-268F-1E6FDA5DE69B}"/>
          </ac:cxnSpMkLst>
        </pc:cxnChg>
        <pc:cxnChg chg="add mod">
          <ac:chgData name="Sunbin Kim" userId="54d11c9c6284e2f4" providerId="LiveId" clId="{9543A2DF-DE45-4ADC-9B2B-BF754554D584}" dt="2024-11-18T00:46:18.895" v="1586" actId="1076"/>
          <ac:cxnSpMkLst>
            <pc:docMk/>
            <pc:sldMk cId="3721787742" sldId="353"/>
            <ac:cxnSpMk id="136" creationId="{2C34F621-98AD-68EC-8216-44289548894E}"/>
          </ac:cxnSpMkLst>
        </pc:cxnChg>
        <pc:cxnChg chg="add 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137" creationId="{36797DC9-1A6D-8A70-FAE5-6FBA615D5991}"/>
          </ac:cxnSpMkLst>
        </pc:cxnChg>
        <pc:cxnChg chg="add del mod topLvl">
          <ac:chgData name="Sunbin Kim" userId="54d11c9c6284e2f4" providerId="LiveId" clId="{9543A2DF-DE45-4ADC-9B2B-BF754554D584}" dt="2024-11-18T00:58:39.309" v="1954" actId="478"/>
          <ac:cxnSpMkLst>
            <pc:docMk/>
            <pc:sldMk cId="3721787742" sldId="353"/>
            <ac:cxnSpMk id="139" creationId="{F1E6FF86-5F08-7213-C7AB-14ED1147388E}"/>
          </ac:cxnSpMkLst>
        </pc:cxnChg>
        <pc:cxnChg chg="add 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145" creationId="{42E43325-EF5E-C71D-67CA-4DEF5C2B8AC8}"/>
          </ac:cxnSpMkLst>
        </pc:cxnChg>
        <pc:cxnChg chg="add del mod">
          <ac:chgData name="Sunbin Kim" userId="54d11c9c6284e2f4" providerId="LiveId" clId="{9543A2DF-DE45-4ADC-9B2B-BF754554D584}" dt="2024-11-18T00:53:10.508" v="1780" actId="478"/>
          <ac:cxnSpMkLst>
            <pc:docMk/>
            <pc:sldMk cId="3721787742" sldId="353"/>
            <ac:cxnSpMk id="161" creationId="{49436B70-61C8-E38A-2BD5-5D4A5FF5C77D}"/>
          </ac:cxnSpMkLst>
        </pc:cxnChg>
        <pc:cxnChg chg="add del mod">
          <ac:chgData name="Sunbin Kim" userId="54d11c9c6284e2f4" providerId="LiveId" clId="{9543A2DF-DE45-4ADC-9B2B-BF754554D584}" dt="2024-11-18T00:53:31.912" v="1789" actId="478"/>
          <ac:cxnSpMkLst>
            <pc:docMk/>
            <pc:sldMk cId="3721787742" sldId="353"/>
            <ac:cxnSpMk id="163" creationId="{06E7A756-3309-0025-24F4-B0CB58BE5277}"/>
          </ac:cxnSpMkLst>
        </pc:cxnChg>
        <pc:cxnChg chg="add del mod topLvl">
          <ac:chgData name="Sunbin Kim" userId="54d11c9c6284e2f4" providerId="LiveId" clId="{9543A2DF-DE45-4ADC-9B2B-BF754554D584}" dt="2024-11-18T00:58:39.309" v="1954" actId="478"/>
          <ac:cxnSpMkLst>
            <pc:docMk/>
            <pc:sldMk cId="3721787742" sldId="353"/>
            <ac:cxnSpMk id="164" creationId="{D6F0C0A5-D362-1414-5DAC-E84D39AF73B0}"/>
          </ac:cxnSpMkLst>
        </pc:cxnChg>
        <pc:cxnChg chg="add del mod topLvl">
          <ac:chgData name="Sunbin Kim" userId="54d11c9c6284e2f4" providerId="LiveId" clId="{9543A2DF-DE45-4ADC-9B2B-BF754554D584}" dt="2024-11-18T00:58:39.309" v="1954" actId="478"/>
          <ac:cxnSpMkLst>
            <pc:docMk/>
            <pc:sldMk cId="3721787742" sldId="353"/>
            <ac:cxnSpMk id="167" creationId="{98602114-7C33-2EF1-A007-25466D495B68}"/>
          </ac:cxnSpMkLst>
        </pc:cxnChg>
        <pc:cxnChg chg="add del 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170" creationId="{E5DE7B7D-616D-01D3-8CBE-ADB1B1190F34}"/>
          </ac:cxnSpMkLst>
        </pc:cxnChg>
        <pc:cxnChg chg="add del mod">
          <ac:chgData name="Sunbin Kim" userId="54d11c9c6284e2f4" providerId="LiveId" clId="{9543A2DF-DE45-4ADC-9B2B-BF754554D584}" dt="2024-11-18T00:55:19.480" v="1899" actId="478"/>
          <ac:cxnSpMkLst>
            <pc:docMk/>
            <pc:sldMk cId="3721787742" sldId="353"/>
            <ac:cxnSpMk id="178" creationId="{A4D4424F-53CF-95EE-0CBD-EE7BD3DFF638}"/>
          </ac:cxnSpMkLst>
        </pc:cxnChg>
        <pc:cxnChg chg="add mod topLvl">
          <ac:chgData name="Sunbin Kim" userId="54d11c9c6284e2f4" providerId="LiveId" clId="{9543A2DF-DE45-4ADC-9B2B-BF754554D584}" dt="2024-11-18T01:19:27.982" v="2641" actId="1076"/>
          <ac:cxnSpMkLst>
            <pc:docMk/>
            <pc:sldMk cId="3721787742" sldId="353"/>
            <ac:cxnSpMk id="180" creationId="{DB296367-3B91-C4CD-0612-A489EE304DD4}"/>
          </ac:cxnSpMkLst>
        </pc:cxnChg>
        <pc:cxnChg chg="add mod topLvl">
          <ac:chgData name="Sunbin Kim" userId="54d11c9c6284e2f4" providerId="LiveId" clId="{9543A2DF-DE45-4ADC-9B2B-BF754554D584}" dt="2024-11-18T01:19:27.982" v="2641" actId="1076"/>
          <ac:cxnSpMkLst>
            <pc:docMk/>
            <pc:sldMk cId="3721787742" sldId="353"/>
            <ac:cxnSpMk id="181" creationId="{CB4016E3-32FE-0361-2533-B331A35FC1C4}"/>
          </ac:cxnSpMkLst>
        </pc:cxnChg>
        <pc:cxnChg chg="add mod topLvl">
          <ac:chgData name="Sunbin Kim" userId="54d11c9c6284e2f4" providerId="LiveId" clId="{9543A2DF-DE45-4ADC-9B2B-BF754554D584}" dt="2024-11-18T01:19:27.982" v="2641" actId="1076"/>
          <ac:cxnSpMkLst>
            <pc:docMk/>
            <pc:sldMk cId="3721787742" sldId="353"/>
            <ac:cxnSpMk id="182" creationId="{8EBA1B6E-9081-2160-B786-839F2C7D97A2}"/>
          </ac:cxnSpMkLst>
        </pc:cxnChg>
        <pc:cxnChg chg="add mod topLvl">
          <ac:chgData name="Sunbin Kim" userId="54d11c9c6284e2f4" providerId="LiveId" clId="{9543A2DF-DE45-4ADC-9B2B-BF754554D584}" dt="2024-11-18T01:20:20.412" v="2682" actId="1035"/>
          <ac:cxnSpMkLst>
            <pc:docMk/>
            <pc:sldMk cId="3721787742" sldId="353"/>
            <ac:cxnSpMk id="183" creationId="{B79B971B-42C8-455F-61FC-4657B71DDBAE}"/>
          </ac:cxnSpMkLst>
        </pc:cxnChg>
        <pc:cxnChg chg="add del mod">
          <ac:chgData name="Sunbin Kim" userId="54d11c9c6284e2f4" providerId="LiveId" clId="{9543A2DF-DE45-4ADC-9B2B-BF754554D584}" dt="2024-11-18T00:56:25.559" v="1911" actId="478"/>
          <ac:cxnSpMkLst>
            <pc:docMk/>
            <pc:sldMk cId="3721787742" sldId="353"/>
            <ac:cxnSpMk id="184" creationId="{336F1ED8-FA41-3A11-EA27-755C835063F1}"/>
          </ac:cxnSpMkLst>
        </pc:cxnChg>
        <pc:cxnChg chg="add mod">
          <ac:chgData name="Sunbin Kim" userId="54d11c9c6284e2f4" providerId="LiveId" clId="{9543A2DF-DE45-4ADC-9B2B-BF754554D584}" dt="2024-11-18T00:57:59.459" v="1938" actId="571"/>
          <ac:cxnSpMkLst>
            <pc:docMk/>
            <pc:sldMk cId="3721787742" sldId="353"/>
            <ac:cxnSpMk id="191" creationId="{8C0E02FF-8FFC-4ABE-3316-B6258520331A}"/>
          </ac:cxnSpMkLst>
        </pc:cxnChg>
        <pc:cxnChg chg="add mod topLvl">
          <ac:chgData name="Sunbin Kim" userId="54d11c9c6284e2f4" providerId="LiveId" clId="{9543A2DF-DE45-4ADC-9B2B-BF754554D584}" dt="2024-11-18T01:19:27.982" v="2641" actId="1076"/>
          <ac:cxnSpMkLst>
            <pc:docMk/>
            <pc:sldMk cId="3721787742" sldId="353"/>
            <ac:cxnSpMk id="192" creationId="{BB975DDE-FD14-A4EE-3B6D-1DA26275B697}"/>
          </ac:cxnSpMkLst>
        </pc:cxnChg>
      </pc:sldChg>
      <pc:sldChg chg="addSp delSp modSp mod">
        <pc:chgData name="Sunbin Kim" userId="54d11c9c6284e2f4" providerId="LiveId" clId="{9543A2DF-DE45-4ADC-9B2B-BF754554D584}" dt="2024-11-18T02:33:13.406" v="4573" actId="20577"/>
        <pc:sldMkLst>
          <pc:docMk/>
          <pc:sldMk cId="2882043628" sldId="360"/>
        </pc:sldMkLst>
        <pc:spChg chg="add mod topLvl">
          <ac:chgData name="Sunbin Kim" userId="54d11c9c6284e2f4" providerId="LiveId" clId="{9543A2DF-DE45-4ADC-9B2B-BF754554D584}" dt="2024-11-18T02:04:22.093" v="2877" actId="165"/>
          <ac:spMkLst>
            <pc:docMk/>
            <pc:sldMk cId="2882043628" sldId="360"/>
            <ac:spMk id="2" creationId="{3D66B51A-8294-FC0F-FE9A-AE68C9E2B406}"/>
          </ac:spMkLst>
        </pc:spChg>
        <pc:spChg chg="add mod topLvl">
          <ac:chgData name="Sunbin Kim" userId="54d11c9c6284e2f4" providerId="LiveId" clId="{9543A2DF-DE45-4ADC-9B2B-BF754554D584}" dt="2024-11-18T02:05:25.318" v="3024" actId="6549"/>
          <ac:spMkLst>
            <pc:docMk/>
            <pc:sldMk cId="2882043628" sldId="360"/>
            <ac:spMk id="5" creationId="{2BC832EC-F965-F8AB-5E91-A2D054EEDC30}"/>
          </ac:spMkLst>
        </pc:spChg>
        <pc:spChg chg="add del mod topLvl">
          <ac:chgData name="Sunbin Kim" userId="54d11c9c6284e2f4" providerId="LiveId" clId="{9543A2DF-DE45-4ADC-9B2B-BF754554D584}" dt="2024-11-18T02:03:33.353" v="2842" actId="478"/>
          <ac:spMkLst>
            <pc:docMk/>
            <pc:sldMk cId="2882043628" sldId="360"/>
            <ac:spMk id="6" creationId="{B101202F-0E06-26E4-AA34-27A255372817}"/>
          </ac:spMkLst>
        </pc:spChg>
        <pc:spChg chg="add del mod topLvl">
          <ac:chgData name="Sunbin Kim" userId="54d11c9c6284e2f4" providerId="LiveId" clId="{9543A2DF-DE45-4ADC-9B2B-BF754554D584}" dt="2024-11-18T02:03:33.353" v="2842" actId="478"/>
          <ac:spMkLst>
            <pc:docMk/>
            <pc:sldMk cId="2882043628" sldId="360"/>
            <ac:spMk id="8" creationId="{1453AC3F-5E6C-C40A-4BDD-9A074060117F}"/>
          </ac:spMkLst>
        </pc:spChg>
        <pc:spChg chg="add mod topLvl">
          <ac:chgData name="Sunbin Kim" userId="54d11c9c6284e2f4" providerId="LiveId" clId="{9543A2DF-DE45-4ADC-9B2B-BF754554D584}" dt="2024-11-18T02:23:15.850" v="3755" actId="6549"/>
          <ac:spMkLst>
            <pc:docMk/>
            <pc:sldMk cId="2882043628" sldId="360"/>
            <ac:spMk id="13" creationId="{8359124C-F59A-90C5-EBEB-A20F05BFD9E9}"/>
          </ac:spMkLst>
        </pc:spChg>
        <pc:spChg chg="add mod topLvl">
          <ac:chgData name="Sunbin Kim" userId="54d11c9c6284e2f4" providerId="LiveId" clId="{9543A2DF-DE45-4ADC-9B2B-BF754554D584}" dt="2024-11-18T02:05:38.500" v="3044" actId="20577"/>
          <ac:spMkLst>
            <pc:docMk/>
            <pc:sldMk cId="2882043628" sldId="360"/>
            <ac:spMk id="14" creationId="{C2D40DC5-8B69-CE99-22B4-01369A1BB7C7}"/>
          </ac:spMkLst>
        </pc:spChg>
        <pc:spChg chg="mod topLvl">
          <ac:chgData name="Sunbin Kim" userId="54d11c9c6284e2f4" providerId="LiveId" clId="{9543A2DF-DE45-4ADC-9B2B-BF754554D584}" dt="2024-11-18T02:31:42.094" v="4223" actId="6549"/>
          <ac:spMkLst>
            <pc:docMk/>
            <pc:sldMk cId="2882043628" sldId="360"/>
            <ac:spMk id="16" creationId="{83307647-B514-6F1F-FB73-03468D1BFE73}"/>
          </ac:spMkLst>
        </pc:spChg>
        <pc:spChg chg="del mod">
          <ac:chgData name="Sunbin Kim" userId="54d11c9c6284e2f4" providerId="LiveId" clId="{9543A2DF-DE45-4ADC-9B2B-BF754554D584}" dt="2024-11-18T01:11:45.692" v="2638" actId="478"/>
          <ac:spMkLst>
            <pc:docMk/>
            <pc:sldMk cId="2882043628" sldId="360"/>
            <ac:spMk id="18" creationId="{AC5EA080-6000-54A6-A282-6B34931DB776}"/>
          </ac:spMkLst>
        </pc:spChg>
        <pc:spChg chg="del mod">
          <ac:chgData name="Sunbin Kim" userId="54d11c9c6284e2f4" providerId="LiveId" clId="{9543A2DF-DE45-4ADC-9B2B-BF754554D584}" dt="2024-11-18T01:11:45.692" v="2638" actId="478"/>
          <ac:spMkLst>
            <pc:docMk/>
            <pc:sldMk cId="2882043628" sldId="360"/>
            <ac:spMk id="19" creationId="{85E3929C-3342-F202-B81B-C1E882A280FF}"/>
          </ac:spMkLst>
        </pc:spChg>
        <pc:spChg chg="mod">
          <ac:chgData name="Sunbin Kim" userId="54d11c9c6284e2f4" providerId="LiveId" clId="{9543A2DF-DE45-4ADC-9B2B-BF754554D584}" dt="2024-11-18T01:21:49.230" v="2703" actId="1076"/>
          <ac:spMkLst>
            <pc:docMk/>
            <pc:sldMk cId="2882043628" sldId="360"/>
            <ac:spMk id="20" creationId="{098DE5A4-C503-743C-881E-EDAADFA0A163}"/>
          </ac:spMkLst>
        </pc:spChg>
        <pc:spChg chg="mod">
          <ac:chgData name="Sunbin Kim" userId="54d11c9c6284e2f4" providerId="LiveId" clId="{9543A2DF-DE45-4ADC-9B2B-BF754554D584}" dt="2024-11-18T02:06:34.206" v="3090" actId="165"/>
          <ac:spMkLst>
            <pc:docMk/>
            <pc:sldMk cId="2882043628" sldId="360"/>
            <ac:spMk id="22" creationId="{A3CA663C-A37B-C2A9-CB66-08B425D171B9}"/>
          </ac:spMkLst>
        </pc:spChg>
        <pc:spChg chg="mod topLvl">
          <ac:chgData name="Sunbin Kim" userId="54d11c9c6284e2f4" providerId="LiveId" clId="{9543A2DF-DE45-4ADC-9B2B-BF754554D584}" dt="2024-11-18T02:27:30.697" v="3942" actId="164"/>
          <ac:spMkLst>
            <pc:docMk/>
            <pc:sldMk cId="2882043628" sldId="360"/>
            <ac:spMk id="23" creationId="{D8D58AEE-2B65-77DC-BD1A-3D499250AEE3}"/>
          </ac:spMkLst>
        </pc:spChg>
        <pc:spChg chg="del mod">
          <ac:chgData name="Sunbin Kim" userId="54d11c9c6284e2f4" providerId="LiveId" clId="{9543A2DF-DE45-4ADC-9B2B-BF754554D584}" dt="2024-11-18T01:11:45.692" v="2638" actId="478"/>
          <ac:spMkLst>
            <pc:docMk/>
            <pc:sldMk cId="2882043628" sldId="360"/>
            <ac:spMk id="25" creationId="{A04BBFDB-0EF4-0988-BA22-16D2DA413427}"/>
          </ac:spMkLst>
        </pc:spChg>
        <pc:spChg chg="del mod">
          <ac:chgData name="Sunbin Kim" userId="54d11c9c6284e2f4" providerId="LiveId" clId="{9543A2DF-DE45-4ADC-9B2B-BF754554D584}" dt="2024-11-18T01:11:45.692" v="2638" actId="478"/>
          <ac:spMkLst>
            <pc:docMk/>
            <pc:sldMk cId="2882043628" sldId="360"/>
            <ac:spMk id="30" creationId="{EFDC4099-88B9-1C13-A8CD-39A2322B5208}"/>
          </ac:spMkLst>
        </pc:spChg>
        <pc:spChg chg="mod topLvl">
          <ac:chgData name="Sunbin Kim" userId="54d11c9c6284e2f4" providerId="LiveId" clId="{9543A2DF-DE45-4ADC-9B2B-BF754554D584}" dt="2024-11-18T02:27:28.397" v="3941" actId="165"/>
          <ac:spMkLst>
            <pc:docMk/>
            <pc:sldMk cId="2882043628" sldId="360"/>
            <ac:spMk id="31" creationId="{7533AA91-E211-F2E0-35D8-AC40EDAD1C2F}"/>
          </ac:spMkLst>
        </pc:spChg>
        <pc:spChg chg="del mod">
          <ac:chgData name="Sunbin Kim" userId="54d11c9c6284e2f4" providerId="LiveId" clId="{9543A2DF-DE45-4ADC-9B2B-BF754554D584}" dt="2024-11-18T01:11:45.692" v="2638" actId="478"/>
          <ac:spMkLst>
            <pc:docMk/>
            <pc:sldMk cId="2882043628" sldId="360"/>
            <ac:spMk id="32" creationId="{22D73AC9-E912-EC71-2F1E-E4B1575CE02D}"/>
          </ac:spMkLst>
        </pc:spChg>
        <pc:spChg chg="mod">
          <ac:chgData name="Sunbin Kim" userId="54d11c9c6284e2f4" providerId="LiveId" clId="{9543A2DF-DE45-4ADC-9B2B-BF754554D584}" dt="2024-11-18T02:04:22.093" v="2877" actId="165"/>
          <ac:spMkLst>
            <pc:docMk/>
            <pc:sldMk cId="2882043628" sldId="360"/>
            <ac:spMk id="33" creationId="{C05BAD3E-1AFB-CE02-CB2B-4AF2520A976B}"/>
          </ac:spMkLst>
        </pc:spChg>
        <pc:spChg chg="mod">
          <ac:chgData name="Sunbin Kim" userId="54d11c9c6284e2f4" providerId="LiveId" clId="{9543A2DF-DE45-4ADC-9B2B-BF754554D584}" dt="2024-11-18T02:04:22.093" v="2877" actId="165"/>
          <ac:spMkLst>
            <pc:docMk/>
            <pc:sldMk cId="2882043628" sldId="360"/>
            <ac:spMk id="35" creationId="{9BE0F7F6-39C1-794A-D266-19D5CE404885}"/>
          </ac:spMkLst>
        </pc:spChg>
        <pc:spChg chg="mod">
          <ac:chgData name="Sunbin Kim" userId="54d11c9c6284e2f4" providerId="LiveId" clId="{9543A2DF-DE45-4ADC-9B2B-BF754554D584}" dt="2024-11-18T02:04:22.093" v="2877" actId="165"/>
          <ac:spMkLst>
            <pc:docMk/>
            <pc:sldMk cId="2882043628" sldId="360"/>
            <ac:spMk id="36" creationId="{C3D65A13-55DB-8879-80A8-6DD5215D89CF}"/>
          </ac:spMkLst>
        </pc:spChg>
        <pc:spChg chg="mod">
          <ac:chgData name="Sunbin Kim" userId="54d11c9c6284e2f4" providerId="LiveId" clId="{9543A2DF-DE45-4ADC-9B2B-BF754554D584}" dt="2024-11-18T02:22:45.800" v="3665" actId="20577"/>
          <ac:spMkLst>
            <pc:docMk/>
            <pc:sldMk cId="2882043628" sldId="360"/>
            <ac:spMk id="37" creationId="{63433461-D068-4296-0885-7E3ACF29D9EA}"/>
          </ac:spMkLst>
        </pc:spChg>
        <pc:spChg chg="del mod">
          <ac:chgData name="Sunbin Kim" userId="54d11c9c6284e2f4" providerId="LiveId" clId="{9543A2DF-DE45-4ADC-9B2B-BF754554D584}" dt="2024-11-18T01:11:45.692" v="2638" actId="478"/>
          <ac:spMkLst>
            <pc:docMk/>
            <pc:sldMk cId="2882043628" sldId="360"/>
            <ac:spMk id="38" creationId="{688D65A7-91BC-6726-8C41-878AE7CD5274}"/>
          </ac:spMkLst>
        </pc:spChg>
        <pc:spChg chg="mod topLvl">
          <ac:chgData name="Sunbin Kim" userId="54d11c9c6284e2f4" providerId="LiveId" clId="{9543A2DF-DE45-4ADC-9B2B-BF754554D584}" dt="2024-11-18T02:27:28.397" v="3941" actId="165"/>
          <ac:spMkLst>
            <pc:docMk/>
            <pc:sldMk cId="2882043628" sldId="360"/>
            <ac:spMk id="39" creationId="{A4A39CFB-2173-B192-3AB0-627F62418BF2}"/>
          </ac:spMkLst>
        </pc:spChg>
        <pc:spChg chg="del mod">
          <ac:chgData name="Sunbin Kim" userId="54d11c9c6284e2f4" providerId="LiveId" clId="{9543A2DF-DE45-4ADC-9B2B-BF754554D584}" dt="2024-11-18T01:11:45.692" v="2638" actId="478"/>
          <ac:spMkLst>
            <pc:docMk/>
            <pc:sldMk cId="2882043628" sldId="360"/>
            <ac:spMk id="40" creationId="{5A989B22-D231-19BC-5782-4D860546540D}"/>
          </ac:spMkLst>
        </pc:spChg>
        <pc:spChg chg="del mod">
          <ac:chgData name="Sunbin Kim" userId="54d11c9c6284e2f4" providerId="LiveId" clId="{9543A2DF-DE45-4ADC-9B2B-BF754554D584}" dt="2024-11-18T01:11:45.692" v="2638" actId="478"/>
          <ac:spMkLst>
            <pc:docMk/>
            <pc:sldMk cId="2882043628" sldId="360"/>
            <ac:spMk id="41" creationId="{7E688AE2-A5D3-4EE3-589B-C2094E71EDF6}"/>
          </ac:spMkLst>
        </pc:spChg>
        <pc:spChg chg="mod">
          <ac:chgData name="Sunbin Kim" userId="54d11c9c6284e2f4" providerId="LiveId" clId="{9543A2DF-DE45-4ADC-9B2B-BF754554D584}" dt="2024-11-18T01:22:04.224" v="2707" actId="12788"/>
          <ac:spMkLst>
            <pc:docMk/>
            <pc:sldMk cId="2882043628" sldId="360"/>
            <ac:spMk id="44" creationId="{5098A73E-6487-89C3-420D-CBAB9B348E1E}"/>
          </ac:spMkLst>
        </pc:spChg>
        <pc:spChg chg="mod">
          <ac:chgData name="Sunbin Kim" userId="54d11c9c6284e2f4" providerId="LiveId" clId="{9543A2DF-DE45-4ADC-9B2B-BF754554D584}" dt="2024-11-18T01:22:04.224" v="2707" actId="12788"/>
          <ac:spMkLst>
            <pc:docMk/>
            <pc:sldMk cId="2882043628" sldId="360"/>
            <ac:spMk id="46" creationId="{10914449-ADAE-90BD-A8BE-F5A493EBE743}"/>
          </ac:spMkLst>
        </pc:spChg>
        <pc:spChg chg="mod">
          <ac:chgData name="Sunbin Kim" userId="54d11c9c6284e2f4" providerId="LiveId" clId="{9543A2DF-DE45-4ADC-9B2B-BF754554D584}" dt="2024-11-18T01:22:04.224" v="2707" actId="12788"/>
          <ac:spMkLst>
            <pc:docMk/>
            <pc:sldMk cId="2882043628" sldId="360"/>
            <ac:spMk id="48" creationId="{79B0F23C-3164-E78E-7C55-A79C3AFCC336}"/>
          </ac:spMkLst>
        </pc:spChg>
        <pc:spChg chg="mod">
          <ac:chgData name="Sunbin Kim" userId="54d11c9c6284e2f4" providerId="LiveId" clId="{9543A2DF-DE45-4ADC-9B2B-BF754554D584}" dt="2024-11-18T01:22:04.224" v="2707" actId="12788"/>
          <ac:spMkLst>
            <pc:docMk/>
            <pc:sldMk cId="2882043628" sldId="360"/>
            <ac:spMk id="49" creationId="{78C72680-D4B8-172B-3CDF-CEF4251F7910}"/>
          </ac:spMkLst>
        </pc:spChg>
        <pc:spChg chg="mod">
          <ac:chgData name="Sunbin Kim" userId="54d11c9c6284e2f4" providerId="LiveId" clId="{9543A2DF-DE45-4ADC-9B2B-BF754554D584}" dt="2024-11-18T01:22:04.224" v="2707" actId="12788"/>
          <ac:spMkLst>
            <pc:docMk/>
            <pc:sldMk cId="2882043628" sldId="360"/>
            <ac:spMk id="51" creationId="{313CF12F-114D-B077-36E9-A23E2F5EB3DA}"/>
          </ac:spMkLst>
        </pc:spChg>
        <pc:spChg chg="mod">
          <ac:chgData name="Sunbin Kim" userId="54d11c9c6284e2f4" providerId="LiveId" clId="{9543A2DF-DE45-4ADC-9B2B-BF754554D584}" dt="2024-11-18T01:22:04.224" v="2707" actId="12788"/>
          <ac:spMkLst>
            <pc:docMk/>
            <pc:sldMk cId="2882043628" sldId="360"/>
            <ac:spMk id="52" creationId="{E75C884F-D6C3-D54B-9F8A-0346E8F08748}"/>
          </ac:spMkLst>
        </pc:spChg>
        <pc:spChg chg="add mod topLvl">
          <ac:chgData name="Sunbin Kim" userId="54d11c9c6284e2f4" providerId="LiveId" clId="{9543A2DF-DE45-4ADC-9B2B-BF754554D584}" dt="2024-11-18T02:04:22.093" v="2877" actId="165"/>
          <ac:spMkLst>
            <pc:docMk/>
            <pc:sldMk cId="2882043628" sldId="360"/>
            <ac:spMk id="58" creationId="{B6B9E5A8-1AAE-9A96-BA92-81E2036E3A05}"/>
          </ac:spMkLst>
        </pc:spChg>
        <pc:spChg chg="add mod topLvl">
          <ac:chgData name="Sunbin Kim" userId="54d11c9c6284e2f4" providerId="LiveId" clId="{9543A2DF-DE45-4ADC-9B2B-BF754554D584}" dt="2024-11-18T02:04:22.093" v="2877" actId="165"/>
          <ac:spMkLst>
            <pc:docMk/>
            <pc:sldMk cId="2882043628" sldId="360"/>
            <ac:spMk id="60" creationId="{BE246CBA-9A03-6642-4E4F-CCC8769496CC}"/>
          </ac:spMkLst>
        </pc:spChg>
        <pc:spChg chg="add mod topLvl">
          <ac:chgData name="Sunbin Kim" userId="54d11c9c6284e2f4" providerId="LiveId" clId="{9543A2DF-DE45-4ADC-9B2B-BF754554D584}" dt="2024-11-18T02:23:18.541" v="3756" actId="20577"/>
          <ac:spMkLst>
            <pc:docMk/>
            <pc:sldMk cId="2882043628" sldId="360"/>
            <ac:spMk id="63" creationId="{9D526408-D942-91EE-B2D7-4F6F54025338}"/>
          </ac:spMkLst>
        </pc:spChg>
        <pc:spChg chg="mod">
          <ac:chgData name="Sunbin Kim" userId="54d11c9c6284e2f4" providerId="LiveId" clId="{9543A2DF-DE45-4ADC-9B2B-BF754554D584}" dt="2024-11-18T02:04:36.200" v="2904" actId="1076"/>
          <ac:spMkLst>
            <pc:docMk/>
            <pc:sldMk cId="2882043628" sldId="360"/>
            <ac:spMk id="67" creationId="{6FEBC4B9-4FF2-ED4F-F617-A4220C3799F6}"/>
          </ac:spMkLst>
        </pc:spChg>
        <pc:spChg chg="mod">
          <ac:chgData name="Sunbin Kim" userId="54d11c9c6284e2f4" providerId="LiveId" clId="{9543A2DF-DE45-4ADC-9B2B-BF754554D584}" dt="2024-11-18T02:04:21.335" v="2876" actId="571"/>
          <ac:spMkLst>
            <pc:docMk/>
            <pc:sldMk cId="2882043628" sldId="360"/>
            <ac:spMk id="71" creationId="{9F769279-40EB-9A40-C946-79D0003290D7}"/>
          </ac:spMkLst>
        </pc:spChg>
        <pc:spChg chg="mod">
          <ac:chgData name="Sunbin Kim" userId="54d11c9c6284e2f4" providerId="LiveId" clId="{9543A2DF-DE45-4ADC-9B2B-BF754554D584}" dt="2024-11-18T02:04:21.335" v="2876" actId="571"/>
          <ac:spMkLst>
            <pc:docMk/>
            <pc:sldMk cId="2882043628" sldId="360"/>
            <ac:spMk id="73" creationId="{C6E24825-8236-D49A-A8DF-D75A2C09B992}"/>
          </ac:spMkLst>
        </pc:spChg>
        <pc:spChg chg="mod">
          <ac:chgData name="Sunbin Kim" userId="54d11c9c6284e2f4" providerId="LiveId" clId="{9543A2DF-DE45-4ADC-9B2B-BF754554D584}" dt="2024-11-18T02:04:21.335" v="2876" actId="571"/>
          <ac:spMkLst>
            <pc:docMk/>
            <pc:sldMk cId="2882043628" sldId="360"/>
            <ac:spMk id="74" creationId="{10B2ED40-A7B9-14AE-0FE4-49633857F17F}"/>
          </ac:spMkLst>
        </pc:spChg>
        <pc:spChg chg="mod">
          <ac:chgData name="Sunbin Kim" userId="54d11c9c6284e2f4" providerId="LiveId" clId="{9543A2DF-DE45-4ADC-9B2B-BF754554D584}" dt="2024-11-18T02:04:21.335" v="2876" actId="571"/>
          <ac:spMkLst>
            <pc:docMk/>
            <pc:sldMk cId="2882043628" sldId="360"/>
            <ac:spMk id="76" creationId="{3F4E8A5D-64DE-0F50-B468-94DC4659D533}"/>
          </ac:spMkLst>
        </pc:spChg>
        <pc:spChg chg="mod">
          <ac:chgData name="Sunbin Kim" userId="54d11c9c6284e2f4" providerId="LiveId" clId="{9543A2DF-DE45-4ADC-9B2B-BF754554D584}" dt="2024-11-18T02:04:21.335" v="2876" actId="571"/>
          <ac:spMkLst>
            <pc:docMk/>
            <pc:sldMk cId="2882043628" sldId="360"/>
            <ac:spMk id="77" creationId="{69753A6E-21C8-C5D6-3FF9-359600DFD3FB}"/>
          </ac:spMkLst>
        </pc:spChg>
        <pc:spChg chg="mod">
          <ac:chgData name="Sunbin Kim" userId="54d11c9c6284e2f4" providerId="LiveId" clId="{9543A2DF-DE45-4ADC-9B2B-BF754554D584}" dt="2024-11-18T02:04:21.335" v="2876" actId="571"/>
          <ac:spMkLst>
            <pc:docMk/>
            <pc:sldMk cId="2882043628" sldId="360"/>
            <ac:spMk id="79" creationId="{E2F057DF-3434-E9FE-CCCD-C1BB03D895F4}"/>
          </ac:spMkLst>
        </pc:spChg>
        <pc:spChg chg="mod">
          <ac:chgData name="Sunbin Kim" userId="54d11c9c6284e2f4" providerId="LiveId" clId="{9543A2DF-DE45-4ADC-9B2B-BF754554D584}" dt="2024-11-18T02:04:21.335" v="2876" actId="571"/>
          <ac:spMkLst>
            <pc:docMk/>
            <pc:sldMk cId="2882043628" sldId="360"/>
            <ac:spMk id="81" creationId="{2EE31AC4-5A79-97DA-7520-2803C9E7C866}"/>
          </ac:spMkLst>
        </pc:spChg>
        <pc:spChg chg="mod">
          <ac:chgData name="Sunbin Kim" userId="54d11c9c6284e2f4" providerId="LiveId" clId="{9543A2DF-DE45-4ADC-9B2B-BF754554D584}" dt="2024-11-18T02:04:21.335" v="2876" actId="571"/>
          <ac:spMkLst>
            <pc:docMk/>
            <pc:sldMk cId="2882043628" sldId="360"/>
            <ac:spMk id="84" creationId="{5797B9D8-92B2-1DBD-469F-80B115D89D40}"/>
          </ac:spMkLst>
        </pc:spChg>
        <pc:spChg chg="mod">
          <ac:chgData name="Sunbin Kim" userId="54d11c9c6284e2f4" providerId="LiveId" clId="{9543A2DF-DE45-4ADC-9B2B-BF754554D584}" dt="2024-11-18T02:04:21.335" v="2876" actId="571"/>
          <ac:spMkLst>
            <pc:docMk/>
            <pc:sldMk cId="2882043628" sldId="360"/>
            <ac:spMk id="88" creationId="{5FF93616-996E-7227-1FAF-AC9833FD6201}"/>
          </ac:spMkLst>
        </pc:spChg>
        <pc:spChg chg="mod">
          <ac:chgData name="Sunbin Kim" userId="54d11c9c6284e2f4" providerId="LiveId" clId="{9543A2DF-DE45-4ADC-9B2B-BF754554D584}" dt="2024-11-18T02:04:21.335" v="2876" actId="571"/>
          <ac:spMkLst>
            <pc:docMk/>
            <pc:sldMk cId="2882043628" sldId="360"/>
            <ac:spMk id="90" creationId="{C0A3321F-B12A-91D5-5A84-2D78631321C0}"/>
          </ac:spMkLst>
        </pc:spChg>
        <pc:spChg chg="mod">
          <ac:chgData name="Sunbin Kim" userId="54d11c9c6284e2f4" providerId="LiveId" clId="{9543A2DF-DE45-4ADC-9B2B-BF754554D584}" dt="2024-11-18T02:04:21.335" v="2876" actId="571"/>
          <ac:spMkLst>
            <pc:docMk/>
            <pc:sldMk cId="2882043628" sldId="360"/>
            <ac:spMk id="91" creationId="{30BCFADF-D037-A6C9-D4D9-D0879A9C294E}"/>
          </ac:spMkLst>
        </pc:spChg>
        <pc:spChg chg="mod">
          <ac:chgData name="Sunbin Kim" userId="54d11c9c6284e2f4" providerId="LiveId" clId="{9543A2DF-DE45-4ADC-9B2B-BF754554D584}" dt="2024-11-18T01:10:54.242" v="2545" actId="1076"/>
          <ac:spMkLst>
            <pc:docMk/>
            <pc:sldMk cId="2882043628" sldId="360"/>
            <ac:spMk id="94" creationId="{055FF15E-98DA-08C9-F833-D6E91DFA031B}"/>
          </ac:spMkLst>
        </pc:spChg>
        <pc:spChg chg="mod">
          <ac:chgData name="Sunbin Kim" userId="54d11c9c6284e2f4" providerId="LiveId" clId="{9543A2DF-DE45-4ADC-9B2B-BF754554D584}" dt="2024-11-18T01:10:54.242" v="2545" actId="1076"/>
          <ac:spMkLst>
            <pc:docMk/>
            <pc:sldMk cId="2882043628" sldId="360"/>
            <ac:spMk id="96" creationId="{5E4DB263-30C6-43E2-B668-C3CD63B7DC1C}"/>
          </ac:spMkLst>
        </pc:spChg>
        <pc:spChg chg="mod">
          <ac:chgData name="Sunbin Kim" userId="54d11c9c6284e2f4" providerId="LiveId" clId="{9543A2DF-DE45-4ADC-9B2B-BF754554D584}" dt="2024-11-18T01:10:54.242" v="2545" actId="1076"/>
          <ac:spMkLst>
            <pc:docMk/>
            <pc:sldMk cId="2882043628" sldId="360"/>
            <ac:spMk id="97" creationId="{1ED9DF88-281E-F6AD-8D1D-ADE78E574D01}"/>
          </ac:spMkLst>
        </pc:spChg>
        <pc:spChg chg="mod">
          <ac:chgData name="Sunbin Kim" userId="54d11c9c6284e2f4" providerId="LiveId" clId="{9543A2DF-DE45-4ADC-9B2B-BF754554D584}" dt="2024-11-18T01:10:54.242" v="2545" actId="1076"/>
          <ac:spMkLst>
            <pc:docMk/>
            <pc:sldMk cId="2882043628" sldId="360"/>
            <ac:spMk id="98" creationId="{A10115A0-BCA6-18A6-A046-DADD7E8C0791}"/>
          </ac:spMkLst>
        </pc:spChg>
        <pc:spChg chg="mod topLvl">
          <ac:chgData name="Sunbin Kim" userId="54d11c9c6284e2f4" providerId="LiveId" clId="{9543A2DF-DE45-4ADC-9B2B-BF754554D584}" dt="2024-11-18T02:27:30.697" v="3942" actId="164"/>
          <ac:spMkLst>
            <pc:docMk/>
            <pc:sldMk cId="2882043628" sldId="360"/>
            <ac:spMk id="99" creationId="{52CB59E4-8EBD-39BA-CD5D-14DC6484EBBC}"/>
          </ac:spMkLst>
        </pc:spChg>
        <pc:spChg chg="mod topLvl">
          <ac:chgData name="Sunbin Kim" userId="54d11c9c6284e2f4" providerId="LiveId" clId="{9543A2DF-DE45-4ADC-9B2B-BF754554D584}" dt="2024-11-18T02:31:38.529" v="4222" actId="20577"/>
          <ac:spMkLst>
            <pc:docMk/>
            <pc:sldMk cId="2882043628" sldId="360"/>
            <ac:spMk id="100" creationId="{BC3E2329-DD0B-C2DE-6D8C-848DE004CD96}"/>
          </ac:spMkLst>
        </pc:spChg>
        <pc:spChg chg="mod topLvl">
          <ac:chgData name="Sunbin Kim" userId="54d11c9c6284e2f4" providerId="LiveId" clId="{9543A2DF-DE45-4ADC-9B2B-BF754554D584}" dt="2024-11-18T02:27:28.397" v="3941" actId="165"/>
          <ac:spMkLst>
            <pc:docMk/>
            <pc:sldMk cId="2882043628" sldId="360"/>
            <ac:spMk id="101" creationId="{24EDD5A3-1E37-D048-302A-48C34097B70B}"/>
          </ac:spMkLst>
        </pc:spChg>
        <pc:spChg chg="mod">
          <ac:chgData name="Sunbin Kim" userId="54d11c9c6284e2f4" providerId="LiveId" clId="{9543A2DF-DE45-4ADC-9B2B-BF754554D584}" dt="2024-11-18T02:04:21.335" v="2876" actId="571"/>
          <ac:spMkLst>
            <pc:docMk/>
            <pc:sldMk cId="2882043628" sldId="360"/>
            <ac:spMk id="102" creationId="{2F1D7693-D68D-37E0-33F9-1A21D3263622}"/>
          </ac:spMkLst>
        </pc:spChg>
        <pc:spChg chg="mod topLvl">
          <ac:chgData name="Sunbin Kim" userId="54d11c9c6284e2f4" providerId="LiveId" clId="{9543A2DF-DE45-4ADC-9B2B-BF754554D584}" dt="2024-11-18T02:27:28.397" v="3941" actId="165"/>
          <ac:spMkLst>
            <pc:docMk/>
            <pc:sldMk cId="2882043628" sldId="360"/>
            <ac:spMk id="103" creationId="{2B5F4BA2-5BC5-3CE8-0715-19BFABC99A2C}"/>
          </ac:spMkLst>
        </pc:spChg>
        <pc:spChg chg="mod">
          <ac:chgData name="Sunbin Kim" userId="54d11c9c6284e2f4" providerId="LiveId" clId="{9543A2DF-DE45-4ADC-9B2B-BF754554D584}" dt="2024-11-18T02:03:55.413" v="2858" actId="1076"/>
          <ac:spMkLst>
            <pc:docMk/>
            <pc:sldMk cId="2882043628" sldId="360"/>
            <ac:spMk id="105" creationId="{D5B2F653-CC79-345E-C72E-E6DCD8F06912}"/>
          </ac:spMkLst>
        </pc:spChg>
        <pc:spChg chg="mod">
          <ac:chgData name="Sunbin Kim" userId="54d11c9c6284e2f4" providerId="LiveId" clId="{9543A2DF-DE45-4ADC-9B2B-BF754554D584}" dt="2024-11-18T02:04:27.786" v="2879" actId="571"/>
          <ac:spMkLst>
            <pc:docMk/>
            <pc:sldMk cId="2882043628" sldId="360"/>
            <ac:spMk id="106" creationId="{7E68038E-2EBD-C857-BB55-27EED4D0D1B4}"/>
          </ac:spMkLst>
        </pc:spChg>
        <pc:spChg chg="mod">
          <ac:chgData name="Sunbin Kim" userId="54d11c9c6284e2f4" providerId="LiveId" clId="{9543A2DF-DE45-4ADC-9B2B-BF754554D584}" dt="2024-11-18T02:33:13.406" v="4573" actId="20577"/>
          <ac:spMkLst>
            <pc:docMk/>
            <pc:sldMk cId="2882043628" sldId="360"/>
            <ac:spMk id="111" creationId="{90713DCD-FAC5-95F0-B15A-94E6C44DF6B7}"/>
          </ac:spMkLst>
        </pc:spChg>
        <pc:spChg chg="mod">
          <ac:chgData name="Sunbin Kim" userId="54d11c9c6284e2f4" providerId="LiveId" clId="{9543A2DF-DE45-4ADC-9B2B-BF754554D584}" dt="2024-11-18T02:04:27.786" v="2879" actId="571"/>
          <ac:spMkLst>
            <pc:docMk/>
            <pc:sldMk cId="2882043628" sldId="360"/>
            <ac:spMk id="116" creationId="{08576E46-5CF4-9264-46DE-221BF74B370A}"/>
          </ac:spMkLst>
        </pc:spChg>
        <pc:spChg chg="mod">
          <ac:chgData name="Sunbin Kim" userId="54d11c9c6284e2f4" providerId="LiveId" clId="{9543A2DF-DE45-4ADC-9B2B-BF754554D584}" dt="2024-11-18T02:04:27.786" v="2879" actId="571"/>
          <ac:spMkLst>
            <pc:docMk/>
            <pc:sldMk cId="2882043628" sldId="360"/>
            <ac:spMk id="117" creationId="{B89DE5F8-9282-626A-AF92-19D2F97DC54F}"/>
          </ac:spMkLst>
        </pc:spChg>
        <pc:spChg chg="add mod">
          <ac:chgData name="Sunbin Kim" userId="54d11c9c6284e2f4" providerId="LiveId" clId="{9543A2DF-DE45-4ADC-9B2B-BF754554D584}" dt="2024-11-18T02:25:44.845" v="3877" actId="207"/>
          <ac:spMkLst>
            <pc:docMk/>
            <pc:sldMk cId="2882043628" sldId="360"/>
            <ac:spMk id="1025" creationId="{FB1AFD1E-19FC-7A41-B187-3E54114228B2}"/>
          </ac:spMkLst>
        </pc:spChg>
        <pc:spChg chg="add mod">
          <ac:chgData name="Sunbin Kim" userId="54d11c9c6284e2f4" providerId="LiveId" clId="{9543A2DF-DE45-4ADC-9B2B-BF754554D584}" dt="2024-11-18T02:25:54.504" v="3898" actId="20577"/>
          <ac:spMkLst>
            <pc:docMk/>
            <pc:sldMk cId="2882043628" sldId="360"/>
            <ac:spMk id="1028" creationId="{1CEF5AF1-70FF-23A4-12C6-23DD96BD3272}"/>
          </ac:spMkLst>
        </pc:spChg>
        <pc:spChg chg="add mod">
          <ac:chgData name="Sunbin Kim" userId="54d11c9c6284e2f4" providerId="LiveId" clId="{9543A2DF-DE45-4ADC-9B2B-BF754554D584}" dt="2024-11-18T02:25:47.997" v="3881"/>
          <ac:spMkLst>
            <pc:docMk/>
            <pc:sldMk cId="2882043628" sldId="360"/>
            <ac:spMk id="1029" creationId="{D9EE28EC-E840-C7AC-E742-0A0E22AF9B40}"/>
          </ac:spMkLst>
        </pc:spChg>
        <pc:spChg chg="mod">
          <ac:chgData name="Sunbin Kim" userId="54d11c9c6284e2f4" providerId="LiveId" clId="{9543A2DF-DE45-4ADC-9B2B-BF754554D584}" dt="2024-11-18T02:21:31.529" v="3637" actId="20577"/>
          <ac:spMkLst>
            <pc:docMk/>
            <pc:sldMk cId="2882043628" sldId="360"/>
            <ac:spMk id="1033" creationId="{EB98791F-C08F-CEC3-2096-539B8F9D77C4}"/>
          </ac:spMkLst>
        </pc:spChg>
        <pc:spChg chg="mod topLvl">
          <ac:chgData name="Sunbin Kim" userId="54d11c9c6284e2f4" providerId="LiveId" clId="{9543A2DF-DE45-4ADC-9B2B-BF754554D584}" dt="2024-11-18T02:04:22.093" v="2877" actId="165"/>
          <ac:spMkLst>
            <pc:docMk/>
            <pc:sldMk cId="2882043628" sldId="360"/>
            <ac:spMk id="1034" creationId="{3031BEBA-FFDE-608D-5C9F-D1C5475D2601}"/>
          </ac:spMkLst>
        </pc:spChg>
        <pc:spChg chg="mod topLvl">
          <ac:chgData name="Sunbin Kim" userId="54d11c9c6284e2f4" providerId="LiveId" clId="{9543A2DF-DE45-4ADC-9B2B-BF754554D584}" dt="2024-11-18T02:25:20.440" v="3870" actId="207"/>
          <ac:spMkLst>
            <pc:docMk/>
            <pc:sldMk cId="2882043628" sldId="360"/>
            <ac:spMk id="1035" creationId="{79F583B5-556C-51BE-ECDB-DBB0B62624A5}"/>
          </ac:spMkLst>
        </pc:spChg>
        <pc:spChg chg="mod topLvl">
          <ac:chgData name="Sunbin Kim" userId="54d11c9c6284e2f4" providerId="LiveId" clId="{9543A2DF-DE45-4ADC-9B2B-BF754554D584}" dt="2024-11-18T02:25:22.342" v="3872"/>
          <ac:spMkLst>
            <pc:docMk/>
            <pc:sldMk cId="2882043628" sldId="360"/>
            <ac:spMk id="1036" creationId="{9C0A1ABE-4A31-FAE6-C9FB-FEC7D8835D21}"/>
          </ac:spMkLst>
        </pc:spChg>
        <pc:spChg chg="del mod">
          <ac:chgData name="Sunbin Kim" userId="54d11c9c6284e2f4" providerId="LiveId" clId="{9543A2DF-DE45-4ADC-9B2B-BF754554D584}" dt="2024-11-18T02:24:44.555" v="3841" actId="478"/>
          <ac:spMkLst>
            <pc:docMk/>
            <pc:sldMk cId="2882043628" sldId="360"/>
            <ac:spMk id="1037" creationId="{F00DC856-18FC-50D7-5817-1CF36A884032}"/>
          </ac:spMkLst>
        </pc:spChg>
        <pc:spChg chg="del mod">
          <ac:chgData name="Sunbin Kim" userId="54d11c9c6284e2f4" providerId="LiveId" clId="{9543A2DF-DE45-4ADC-9B2B-BF754554D584}" dt="2024-11-18T01:11:56.759" v="2639" actId="478"/>
          <ac:spMkLst>
            <pc:docMk/>
            <pc:sldMk cId="2882043628" sldId="360"/>
            <ac:spMk id="1038" creationId="{40A751BB-CBD1-CF4C-20C7-B9A17D372689}"/>
          </ac:spMkLst>
        </pc:spChg>
        <pc:spChg chg="add mod">
          <ac:chgData name="Sunbin Kim" userId="54d11c9c6284e2f4" providerId="LiveId" clId="{9543A2DF-DE45-4ADC-9B2B-BF754554D584}" dt="2024-11-18T02:25:07.612" v="3868" actId="164"/>
          <ac:spMkLst>
            <pc:docMk/>
            <pc:sldMk cId="2882043628" sldId="360"/>
            <ac:spMk id="1040" creationId="{B8E2AEE2-38AA-DEF3-88CD-1489CD5644CD}"/>
          </ac:spMkLst>
        </pc:spChg>
        <pc:spChg chg="mod">
          <ac:chgData name="Sunbin Kim" userId="54d11c9c6284e2f4" providerId="LiveId" clId="{9543A2DF-DE45-4ADC-9B2B-BF754554D584}" dt="2024-11-18T02:25:35.506" v="3874" actId="571"/>
          <ac:spMkLst>
            <pc:docMk/>
            <pc:sldMk cId="2882043628" sldId="360"/>
            <ac:spMk id="1043" creationId="{E0F04E4B-F26C-AD1F-8398-369FF7B72F9E}"/>
          </ac:spMkLst>
        </pc:spChg>
        <pc:spChg chg="mod">
          <ac:chgData name="Sunbin Kim" userId="54d11c9c6284e2f4" providerId="LiveId" clId="{9543A2DF-DE45-4ADC-9B2B-BF754554D584}" dt="2024-11-18T02:25:35.506" v="3874" actId="571"/>
          <ac:spMkLst>
            <pc:docMk/>
            <pc:sldMk cId="2882043628" sldId="360"/>
            <ac:spMk id="1044" creationId="{C665F54C-7658-B5D3-EBC0-AC281351E77C}"/>
          </ac:spMkLst>
        </pc:spChg>
        <pc:spChg chg="mod">
          <ac:chgData name="Sunbin Kim" userId="54d11c9c6284e2f4" providerId="LiveId" clId="{9543A2DF-DE45-4ADC-9B2B-BF754554D584}" dt="2024-11-18T02:25:35.506" v="3874" actId="571"/>
          <ac:spMkLst>
            <pc:docMk/>
            <pc:sldMk cId="2882043628" sldId="360"/>
            <ac:spMk id="1045" creationId="{D3847FE3-2D26-6536-FB16-8E71304C8FDD}"/>
          </ac:spMkLst>
        </pc:spChg>
        <pc:spChg chg="add mod">
          <ac:chgData name="Sunbin Kim" userId="54d11c9c6284e2f4" providerId="LiveId" clId="{9543A2DF-DE45-4ADC-9B2B-BF754554D584}" dt="2024-11-18T02:30:05.119" v="4022"/>
          <ac:spMkLst>
            <pc:docMk/>
            <pc:sldMk cId="2882043628" sldId="360"/>
            <ac:spMk id="1058" creationId="{6E4F52B1-BA8D-CE7A-5764-040C71F9092C}"/>
          </ac:spMkLst>
        </pc:spChg>
        <pc:grpChg chg="del mod topLvl">
          <ac:chgData name="Sunbin Kim" userId="54d11c9c6284e2f4" providerId="LiveId" clId="{9543A2DF-DE45-4ADC-9B2B-BF754554D584}" dt="2024-11-18T02:06:36.090" v="3091" actId="165"/>
          <ac:grpSpMkLst>
            <pc:docMk/>
            <pc:sldMk cId="2882043628" sldId="360"/>
            <ac:grpSpMk id="12" creationId="{9C54E55E-5A6D-977B-30A0-3865F4E2CC1F}"/>
          </ac:grpSpMkLst>
        </pc:grpChg>
        <pc:grpChg chg="del mod topLvl">
          <ac:chgData name="Sunbin Kim" userId="54d11c9c6284e2f4" providerId="LiveId" clId="{9543A2DF-DE45-4ADC-9B2B-BF754554D584}" dt="2024-11-18T02:29:47.077" v="4020" actId="478"/>
          <ac:grpSpMkLst>
            <pc:docMk/>
            <pc:sldMk cId="2882043628" sldId="360"/>
            <ac:grpSpMk id="24" creationId="{1FEF51EF-D38B-5626-8216-C72BF3670E26}"/>
          </ac:grpSpMkLst>
        </pc:grpChg>
        <pc:grpChg chg="del mod topLvl">
          <ac:chgData name="Sunbin Kim" userId="54d11c9c6284e2f4" providerId="LiveId" clId="{9543A2DF-DE45-4ADC-9B2B-BF754554D584}" dt="2024-11-18T02:06:34.206" v="3090" actId="165"/>
          <ac:grpSpMkLst>
            <pc:docMk/>
            <pc:sldMk cId="2882043628" sldId="360"/>
            <ac:grpSpMk id="26" creationId="{8EE2A06C-571F-DAA6-1324-45D7B57AA021}"/>
          </ac:grpSpMkLst>
        </pc:grpChg>
        <pc:grpChg chg="mod">
          <ac:chgData name="Sunbin Kim" userId="54d11c9c6284e2f4" providerId="LiveId" clId="{9543A2DF-DE45-4ADC-9B2B-BF754554D584}" dt="2024-11-18T02:04:22.093" v="2877" actId="165"/>
          <ac:grpSpMkLst>
            <pc:docMk/>
            <pc:sldMk cId="2882043628" sldId="360"/>
            <ac:grpSpMk id="34" creationId="{F1C6FE08-AFB6-C2A3-FADD-7F19D0B44973}"/>
          </ac:grpSpMkLst>
        </pc:grpChg>
        <pc:grpChg chg="mod">
          <ac:chgData name="Sunbin Kim" userId="54d11c9c6284e2f4" providerId="LiveId" clId="{9543A2DF-DE45-4ADC-9B2B-BF754554D584}" dt="2024-11-18T01:22:04.224" v="2707" actId="12788"/>
          <ac:grpSpMkLst>
            <pc:docMk/>
            <pc:sldMk cId="2882043628" sldId="360"/>
            <ac:grpSpMk id="43" creationId="{B6CC77FF-B7F4-15EA-9344-D60BE5DC26CF}"/>
          </ac:grpSpMkLst>
        </pc:grpChg>
        <pc:grpChg chg="mod">
          <ac:chgData name="Sunbin Kim" userId="54d11c9c6284e2f4" providerId="LiveId" clId="{9543A2DF-DE45-4ADC-9B2B-BF754554D584}" dt="2024-11-18T01:22:04.224" v="2707" actId="12788"/>
          <ac:grpSpMkLst>
            <pc:docMk/>
            <pc:sldMk cId="2882043628" sldId="360"/>
            <ac:grpSpMk id="47" creationId="{9659AB60-E0C2-E925-DC29-E9AB4E165237}"/>
          </ac:grpSpMkLst>
        </pc:grpChg>
        <pc:grpChg chg="mod">
          <ac:chgData name="Sunbin Kim" userId="54d11c9c6284e2f4" providerId="LiveId" clId="{9543A2DF-DE45-4ADC-9B2B-BF754554D584}" dt="2024-11-18T01:22:04.224" v="2707" actId="12788"/>
          <ac:grpSpMkLst>
            <pc:docMk/>
            <pc:sldMk cId="2882043628" sldId="360"/>
            <ac:grpSpMk id="50" creationId="{A14C3D7C-FD0D-6B69-AA42-EC39CF151548}"/>
          </ac:grpSpMkLst>
        </pc:grpChg>
        <pc:grpChg chg="mod">
          <ac:chgData name="Sunbin Kim" userId="54d11c9c6284e2f4" providerId="LiveId" clId="{9543A2DF-DE45-4ADC-9B2B-BF754554D584}" dt="2024-11-18T01:22:08.338" v="2708" actId="1076"/>
          <ac:grpSpMkLst>
            <pc:docMk/>
            <pc:sldMk cId="2882043628" sldId="360"/>
            <ac:grpSpMk id="53" creationId="{A6836931-7B28-B254-FF7B-369211953420}"/>
          </ac:grpSpMkLst>
        </pc:grpChg>
        <pc:grpChg chg="del mod">
          <ac:chgData name="Sunbin Kim" userId="54d11c9c6284e2f4" providerId="LiveId" clId="{9543A2DF-DE45-4ADC-9B2B-BF754554D584}" dt="2024-11-18T02:06:33.038" v="3089" actId="165"/>
          <ac:grpSpMkLst>
            <pc:docMk/>
            <pc:sldMk cId="2882043628" sldId="360"/>
            <ac:grpSpMk id="57" creationId="{23C2003E-1495-CC81-9BC6-298B3F5EB29F}"/>
          </ac:grpSpMkLst>
        </pc:grpChg>
        <pc:grpChg chg="add del mod">
          <ac:chgData name="Sunbin Kim" userId="54d11c9c6284e2f4" providerId="LiveId" clId="{9543A2DF-DE45-4ADC-9B2B-BF754554D584}" dt="2024-11-18T02:03:31.760" v="2841" actId="165"/>
          <ac:grpSpMkLst>
            <pc:docMk/>
            <pc:sldMk cId="2882043628" sldId="360"/>
            <ac:grpSpMk id="64" creationId="{90914EC7-C51A-E95F-ABB2-AF5E6EE10CBE}"/>
          </ac:grpSpMkLst>
        </pc:grpChg>
        <pc:grpChg chg="add mod topLvl">
          <ac:chgData name="Sunbin Kim" userId="54d11c9c6284e2f4" providerId="LiveId" clId="{9543A2DF-DE45-4ADC-9B2B-BF754554D584}" dt="2024-11-18T02:04:22.093" v="2877" actId="165"/>
          <ac:grpSpMkLst>
            <pc:docMk/>
            <pc:sldMk cId="2882043628" sldId="360"/>
            <ac:grpSpMk id="65" creationId="{8533F6EF-396A-ABB9-2AB4-D72B26BE1950}"/>
          </ac:grpSpMkLst>
        </pc:grpChg>
        <pc:grpChg chg="add del mod">
          <ac:chgData name="Sunbin Kim" userId="54d11c9c6284e2f4" providerId="LiveId" clId="{9543A2DF-DE45-4ADC-9B2B-BF754554D584}" dt="2024-11-18T02:04:22.093" v="2877" actId="165"/>
          <ac:grpSpMkLst>
            <pc:docMk/>
            <pc:sldMk cId="2882043628" sldId="360"/>
            <ac:grpSpMk id="66" creationId="{DF0E93CC-B5D5-797E-FC36-D683E76AE3E6}"/>
          </ac:grpSpMkLst>
        </pc:grpChg>
        <pc:grpChg chg="add del mod topLvl">
          <ac:chgData name="Sunbin Kim" userId="54d11c9c6284e2f4" providerId="LiveId" clId="{9543A2DF-DE45-4ADC-9B2B-BF754554D584}" dt="2024-11-18T02:27:28.397" v="3941" actId="165"/>
          <ac:grpSpMkLst>
            <pc:docMk/>
            <pc:sldMk cId="2882043628" sldId="360"/>
            <ac:grpSpMk id="68" creationId="{29EBEA37-9C3F-CAA7-BF94-F48EDB0E944C}"/>
          </ac:grpSpMkLst>
        </pc:grpChg>
        <pc:grpChg chg="add mod">
          <ac:chgData name="Sunbin Kim" userId="54d11c9c6284e2f4" providerId="LiveId" clId="{9543A2DF-DE45-4ADC-9B2B-BF754554D584}" dt="2024-11-18T02:04:21.335" v="2876" actId="571"/>
          <ac:grpSpMkLst>
            <pc:docMk/>
            <pc:sldMk cId="2882043628" sldId="360"/>
            <ac:grpSpMk id="69" creationId="{15D9FA3A-8150-156E-8D63-97D0980C7BFA}"/>
          </ac:grpSpMkLst>
        </pc:grpChg>
        <pc:grpChg chg="mod">
          <ac:chgData name="Sunbin Kim" userId="54d11c9c6284e2f4" providerId="LiveId" clId="{9543A2DF-DE45-4ADC-9B2B-BF754554D584}" dt="2024-11-18T02:04:21.335" v="2876" actId="571"/>
          <ac:grpSpMkLst>
            <pc:docMk/>
            <pc:sldMk cId="2882043628" sldId="360"/>
            <ac:grpSpMk id="70" creationId="{45DC5130-1845-DEB8-2CD1-DFC5AE634582}"/>
          </ac:grpSpMkLst>
        </pc:grpChg>
        <pc:grpChg chg="mod">
          <ac:chgData name="Sunbin Kim" userId="54d11c9c6284e2f4" providerId="LiveId" clId="{9543A2DF-DE45-4ADC-9B2B-BF754554D584}" dt="2024-11-18T02:04:21.335" v="2876" actId="571"/>
          <ac:grpSpMkLst>
            <pc:docMk/>
            <pc:sldMk cId="2882043628" sldId="360"/>
            <ac:grpSpMk id="72" creationId="{3DB760A7-B0C2-83D8-0509-EF5BBAA0FFDD}"/>
          </ac:grpSpMkLst>
        </pc:grpChg>
        <pc:grpChg chg="mod">
          <ac:chgData name="Sunbin Kim" userId="54d11c9c6284e2f4" providerId="LiveId" clId="{9543A2DF-DE45-4ADC-9B2B-BF754554D584}" dt="2024-11-18T02:04:21.335" v="2876" actId="571"/>
          <ac:grpSpMkLst>
            <pc:docMk/>
            <pc:sldMk cId="2882043628" sldId="360"/>
            <ac:grpSpMk id="89" creationId="{BECB5FCC-7571-5F0D-8FA5-364AA904BAFB}"/>
          </ac:grpSpMkLst>
        </pc:grpChg>
        <pc:grpChg chg="mod topLvl">
          <ac:chgData name="Sunbin Kim" userId="54d11c9c6284e2f4" providerId="LiveId" clId="{9543A2DF-DE45-4ADC-9B2B-BF754554D584}" dt="2024-11-18T02:04:22.093" v="2877" actId="165"/>
          <ac:grpSpMkLst>
            <pc:docMk/>
            <pc:sldMk cId="2882043628" sldId="360"/>
            <ac:grpSpMk id="92" creationId="{F7ECCC0F-04BD-4C15-501C-36D835B2F747}"/>
          </ac:grpSpMkLst>
        </pc:grpChg>
        <pc:grpChg chg="del mod">
          <ac:chgData name="Sunbin Kim" userId="54d11c9c6284e2f4" providerId="LiveId" clId="{9543A2DF-DE45-4ADC-9B2B-BF754554D584}" dt="2024-11-18T02:06:21.022" v="3086" actId="478"/>
          <ac:grpSpMkLst>
            <pc:docMk/>
            <pc:sldMk cId="2882043628" sldId="360"/>
            <ac:grpSpMk id="93" creationId="{CB3B58C7-3FD3-EA56-5A95-2750030E606B}"/>
          </ac:grpSpMkLst>
        </pc:grpChg>
        <pc:grpChg chg="mod">
          <ac:chgData name="Sunbin Kim" userId="54d11c9c6284e2f4" providerId="LiveId" clId="{9543A2DF-DE45-4ADC-9B2B-BF754554D584}" dt="2024-11-18T01:10:54.242" v="2545" actId="1076"/>
          <ac:grpSpMkLst>
            <pc:docMk/>
            <pc:sldMk cId="2882043628" sldId="360"/>
            <ac:grpSpMk id="95" creationId="{EE1735EE-8434-CBD3-3D4B-C76EA35D8EC9}"/>
          </ac:grpSpMkLst>
        </pc:grpChg>
        <pc:grpChg chg="add mod">
          <ac:chgData name="Sunbin Kim" userId="54d11c9c6284e2f4" providerId="LiveId" clId="{9543A2DF-DE45-4ADC-9B2B-BF754554D584}" dt="2024-11-18T02:06:24.664" v="3087" actId="14100"/>
          <ac:grpSpMkLst>
            <pc:docMk/>
            <pc:sldMk cId="2882043628" sldId="360"/>
            <ac:grpSpMk id="104" creationId="{01737AC6-55C6-D310-93C6-5C2353D926DA}"/>
          </ac:grpSpMkLst>
        </pc:grpChg>
        <pc:grpChg chg="mod">
          <ac:chgData name="Sunbin Kim" userId="54d11c9c6284e2f4" providerId="LiveId" clId="{9543A2DF-DE45-4ADC-9B2B-BF754554D584}" dt="2024-11-18T02:04:27.786" v="2879" actId="571"/>
          <ac:grpSpMkLst>
            <pc:docMk/>
            <pc:sldMk cId="2882043628" sldId="360"/>
            <ac:grpSpMk id="107" creationId="{C6C2064B-D72C-4694-A3FE-E39FD7B74155}"/>
          </ac:grpSpMkLst>
        </pc:grpChg>
        <pc:grpChg chg="add del mod">
          <ac:chgData name="Sunbin Kim" userId="54d11c9c6284e2f4" providerId="LiveId" clId="{9543A2DF-DE45-4ADC-9B2B-BF754554D584}" dt="2024-11-18T02:27:25.985" v="3939" actId="165"/>
          <ac:grpSpMkLst>
            <pc:docMk/>
            <pc:sldMk cId="2882043628" sldId="360"/>
            <ac:grpSpMk id="118" creationId="{8A1C44E1-0E4F-0C59-C157-E44F78A478D3}"/>
          </ac:grpSpMkLst>
        </pc:grpChg>
        <pc:grpChg chg="add del mod">
          <ac:chgData name="Sunbin Kim" userId="54d11c9c6284e2f4" providerId="LiveId" clId="{9543A2DF-DE45-4ADC-9B2B-BF754554D584}" dt="2024-11-18T02:06:53.112" v="3101" actId="165"/>
          <ac:grpSpMkLst>
            <pc:docMk/>
            <pc:sldMk cId="2882043628" sldId="360"/>
            <ac:grpSpMk id="123" creationId="{0DD86B43-E678-1A8B-50C7-965E4C5B6C0D}"/>
          </ac:grpSpMkLst>
        </pc:grpChg>
        <pc:grpChg chg="add mod">
          <ac:chgData name="Sunbin Kim" userId="54d11c9c6284e2f4" providerId="LiveId" clId="{9543A2DF-DE45-4ADC-9B2B-BF754554D584}" dt="2024-11-18T02:20:02.976" v="3326" actId="165"/>
          <ac:grpSpMkLst>
            <pc:docMk/>
            <pc:sldMk cId="2882043628" sldId="360"/>
            <ac:grpSpMk id="124" creationId="{262D7C9F-71BE-60B3-9C2B-EDF92FD7557A}"/>
          </ac:grpSpMkLst>
        </pc:grpChg>
        <pc:grpChg chg="add mod topLvl">
          <ac:chgData name="Sunbin Kim" userId="54d11c9c6284e2f4" providerId="LiveId" clId="{9543A2DF-DE45-4ADC-9B2B-BF754554D584}" dt="2024-11-18T02:20:11.978" v="3329" actId="14100"/>
          <ac:grpSpMkLst>
            <pc:docMk/>
            <pc:sldMk cId="2882043628" sldId="360"/>
            <ac:grpSpMk id="125" creationId="{69F19CF9-00E4-2248-6ACE-37E0881DCB6E}"/>
          </ac:grpSpMkLst>
        </pc:grpChg>
        <pc:grpChg chg="add del mod">
          <ac:chgData name="Sunbin Kim" userId="54d11c9c6284e2f4" providerId="LiveId" clId="{9543A2DF-DE45-4ADC-9B2B-BF754554D584}" dt="2024-11-18T02:20:02.976" v="3326" actId="165"/>
          <ac:grpSpMkLst>
            <pc:docMk/>
            <pc:sldMk cId="2882043628" sldId="360"/>
            <ac:grpSpMk id="127" creationId="{981B9B7D-D341-07F6-326E-454ED20F4F14}"/>
          </ac:grpSpMkLst>
        </pc:grpChg>
        <pc:grpChg chg="add mod">
          <ac:chgData name="Sunbin Kim" userId="54d11c9c6284e2f4" providerId="LiveId" clId="{9543A2DF-DE45-4ADC-9B2B-BF754554D584}" dt="2024-11-18T02:25:37.631" v="3875" actId="164"/>
          <ac:grpSpMkLst>
            <pc:docMk/>
            <pc:sldMk cId="2882043628" sldId="360"/>
            <ac:grpSpMk id="1030" creationId="{7AB42DF9-1C0B-DEA0-51BF-4222388D50D3}"/>
          </ac:grpSpMkLst>
        </pc:grpChg>
        <pc:grpChg chg="add del mod">
          <ac:chgData name="Sunbin Kim" userId="54d11c9c6284e2f4" providerId="LiveId" clId="{9543A2DF-DE45-4ADC-9B2B-BF754554D584}" dt="2024-11-18T02:24:47.951" v="3849" actId="165"/>
          <ac:grpSpMkLst>
            <pc:docMk/>
            <pc:sldMk cId="2882043628" sldId="360"/>
            <ac:grpSpMk id="1031" creationId="{0CD29567-94CE-3B40-D4DE-DC6232D375CC}"/>
          </ac:grpSpMkLst>
        </pc:grpChg>
        <pc:grpChg chg="add del mod">
          <ac:chgData name="Sunbin Kim" userId="54d11c9c6284e2f4" providerId="LiveId" clId="{9543A2DF-DE45-4ADC-9B2B-BF754554D584}" dt="2024-11-18T02:24:50.176" v="3852" actId="165"/>
          <ac:grpSpMkLst>
            <pc:docMk/>
            <pc:sldMk cId="2882043628" sldId="360"/>
            <ac:grpSpMk id="1039" creationId="{D25F3B16-65CA-8647-DB0C-BC4C2A66CAEC}"/>
          </ac:grpSpMkLst>
        </pc:grpChg>
        <pc:grpChg chg="add mod">
          <ac:chgData name="Sunbin Kim" userId="54d11c9c6284e2f4" providerId="LiveId" clId="{9543A2DF-DE45-4ADC-9B2B-BF754554D584}" dt="2024-11-18T02:25:37.631" v="3875" actId="164"/>
          <ac:grpSpMkLst>
            <pc:docMk/>
            <pc:sldMk cId="2882043628" sldId="360"/>
            <ac:grpSpMk id="1041" creationId="{CA7B9721-B37D-D135-43C9-23B595FA9D35}"/>
          </ac:grpSpMkLst>
        </pc:grpChg>
        <pc:grpChg chg="add mod">
          <ac:chgData name="Sunbin Kim" userId="54d11c9c6284e2f4" providerId="LiveId" clId="{9543A2DF-DE45-4ADC-9B2B-BF754554D584}" dt="2024-11-18T02:25:35.506" v="3874" actId="571"/>
          <ac:grpSpMkLst>
            <pc:docMk/>
            <pc:sldMk cId="2882043628" sldId="360"/>
            <ac:grpSpMk id="1042" creationId="{CEC005FC-46DD-5AF0-2832-ECFC9B432017}"/>
          </ac:grpSpMkLst>
        </pc:grpChg>
        <pc:grpChg chg="add mod">
          <ac:chgData name="Sunbin Kim" userId="54d11c9c6284e2f4" providerId="LiveId" clId="{9543A2DF-DE45-4ADC-9B2B-BF754554D584}" dt="2024-11-18T02:28:10.411" v="3959" actId="1076"/>
          <ac:grpSpMkLst>
            <pc:docMk/>
            <pc:sldMk cId="2882043628" sldId="360"/>
            <ac:grpSpMk id="1046" creationId="{BE7533D1-C30C-F43B-B197-262891EBE025}"/>
          </ac:grpSpMkLst>
        </pc:grpChg>
        <pc:grpChg chg="add mod">
          <ac:chgData name="Sunbin Kim" userId="54d11c9c6284e2f4" providerId="LiveId" clId="{9543A2DF-DE45-4ADC-9B2B-BF754554D584}" dt="2024-11-18T02:27:30.697" v="3942" actId="164"/>
          <ac:grpSpMkLst>
            <pc:docMk/>
            <pc:sldMk cId="2882043628" sldId="360"/>
            <ac:grpSpMk id="1049" creationId="{A1171EFC-FC49-1807-AE55-F83BB756E8EE}"/>
          </ac:grpSpMkLst>
        </pc:grpChg>
        <pc:grpChg chg="add mod">
          <ac:chgData name="Sunbin Kim" userId="54d11c9c6284e2f4" providerId="LiveId" clId="{9543A2DF-DE45-4ADC-9B2B-BF754554D584}" dt="2024-11-18T02:29:29.799" v="4013" actId="14100"/>
          <ac:grpSpMkLst>
            <pc:docMk/>
            <pc:sldMk cId="2882043628" sldId="360"/>
            <ac:grpSpMk id="1056" creationId="{B3F6C14B-9775-1CD9-2404-DBF09C769FC5}"/>
          </ac:grpSpMkLst>
        </pc:grpChg>
        <pc:picChg chg="mod topLvl">
          <ac:chgData name="Sunbin Kim" userId="54d11c9c6284e2f4" providerId="LiveId" clId="{9543A2DF-DE45-4ADC-9B2B-BF754554D584}" dt="2024-11-18T02:20:02.976" v="3326" actId="165"/>
          <ac:picMkLst>
            <pc:docMk/>
            <pc:sldMk cId="2882043628" sldId="360"/>
            <ac:picMk id="4" creationId="{5552E42E-F800-16E2-B366-FD60E5875174}"/>
          </ac:picMkLst>
        </pc:picChg>
        <pc:picChg chg="mod topLvl">
          <ac:chgData name="Sunbin Kim" userId="54d11c9c6284e2f4" providerId="LiveId" clId="{9543A2DF-DE45-4ADC-9B2B-BF754554D584}" dt="2024-11-18T02:20:02.976" v="3326" actId="165"/>
          <ac:picMkLst>
            <pc:docMk/>
            <pc:sldMk cId="2882043628" sldId="360"/>
            <ac:picMk id="7" creationId="{C1996ABB-190B-01BC-D057-902C1DA30871}"/>
          </ac:picMkLst>
        </pc:picChg>
        <pc:picChg chg="mod topLvl">
          <ac:chgData name="Sunbin Kim" userId="54d11c9c6284e2f4" providerId="LiveId" clId="{9543A2DF-DE45-4ADC-9B2B-BF754554D584}" dt="2024-11-18T02:20:02.976" v="3326" actId="165"/>
          <ac:picMkLst>
            <pc:docMk/>
            <pc:sldMk cId="2882043628" sldId="360"/>
            <ac:picMk id="9" creationId="{658FAB42-554E-6B6C-1F98-86CC13869153}"/>
          </ac:picMkLst>
        </pc:picChg>
        <pc:picChg chg="del mod topLvl">
          <ac:chgData name="Sunbin Kim" userId="54d11c9c6284e2f4" providerId="LiveId" clId="{9543A2DF-DE45-4ADC-9B2B-BF754554D584}" dt="2024-11-18T02:07:10.310" v="3107" actId="478"/>
          <ac:picMkLst>
            <pc:docMk/>
            <pc:sldMk cId="2882043628" sldId="360"/>
            <ac:picMk id="11" creationId="{09789367-D668-6C51-2B83-F99326908BF9}"/>
          </ac:picMkLst>
        </pc:picChg>
        <pc:picChg chg="mod">
          <ac:chgData name="Sunbin Kim" userId="54d11c9c6284e2f4" providerId="LiveId" clId="{9543A2DF-DE45-4ADC-9B2B-BF754554D584}" dt="2024-11-18T02:06:34.206" v="3090" actId="165"/>
          <ac:picMkLst>
            <pc:docMk/>
            <pc:sldMk cId="2882043628" sldId="360"/>
            <ac:picMk id="17" creationId="{171CC8AA-4B53-57FE-9061-A9DFAEDFCCAB}"/>
          </ac:picMkLst>
        </pc:picChg>
        <pc:picChg chg="mod">
          <ac:chgData name="Sunbin Kim" userId="54d11c9c6284e2f4" providerId="LiveId" clId="{9543A2DF-DE45-4ADC-9B2B-BF754554D584}" dt="2024-11-18T02:06:34.206" v="3090" actId="165"/>
          <ac:picMkLst>
            <pc:docMk/>
            <pc:sldMk cId="2882043628" sldId="360"/>
            <ac:picMk id="21" creationId="{DA7B04D7-0F2A-8993-E56B-4502CE87BA16}"/>
          </ac:picMkLst>
        </pc:picChg>
        <pc:picChg chg="mod topLvl">
          <ac:chgData name="Sunbin Kim" userId="54d11c9c6284e2f4" providerId="LiveId" clId="{9543A2DF-DE45-4ADC-9B2B-BF754554D584}" dt="2024-11-18T02:27:28.397" v="3941" actId="165"/>
          <ac:picMkLst>
            <pc:docMk/>
            <pc:sldMk cId="2882043628" sldId="360"/>
            <ac:picMk id="126" creationId="{FCD4669A-390A-77D5-CB02-270F2FFB9132}"/>
          </ac:picMkLst>
        </pc:picChg>
        <pc:picChg chg="mod topLvl">
          <ac:chgData name="Sunbin Kim" userId="54d11c9c6284e2f4" providerId="LiveId" clId="{9543A2DF-DE45-4ADC-9B2B-BF754554D584}" dt="2024-11-18T02:27:28.397" v="3941" actId="165"/>
          <ac:picMkLst>
            <pc:docMk/>
            <pc:sldMk cId="2882043628" sldId="360"/>
            <ac:picMk id="1024" creationId="{8FBD98D0-6CAF-CB88-F6E7-15D8F2895D71}"/>
          </ac:picMkLst>
        </pc:picChg>
        <pc:picChg chg="mod topLvl">
          <ac:chgData name="Sunbin Kim" userId="54d11c9c6284e2f4" providerId="LiveId" clId="{9543A2DF-DE45-4ADC-9B2B-BF754554D584}" dt="2024-11-18T02:29:49.164" v="4021" actId="1076"/>
          <ac:picMkLst>
            <pc:docMk/>
            <pc:sldMk cId="2882043628" sldId="360"/>
            <ac:picMk id="1026" creationId="{5C4BED2A-5F57-B6C9-66ED-ED5E75A16765}"/>
          </ac:picMkLst>
        </pc:picChg>
        <pc:picChg chg="mod topLvl">
          <ac:chgData name="Sunbin Kim" userId="54d11c9c6284e2f4" providerId="LiveId" clId="{9543A2DF-DE45-4ADC-9B2B-BF754554D584}" dt="2024-11-18T02:27:30.697" v="3942" actId="164"/>
          <ac:picMkLst>
            <pc:docMk/>
            <pc:sldMk cId="2882043628" sldId="360"/>
            <ac:picMk id="1027" creationId="{B0D44885-78BC-8B7F-AD03-206221B1A87D}"/>
          </ac:picMkLst>
        </pc:picChg>
        <pc:picChg chg="mod topLvl">
          <ac:chgData name="Sunbin Kim" userId="54d11c9c6284e2f4" providerId="LiveId" clId="{9543A2DF-DE45-4ADC-9B2B-BF754554D584}" dt="2024-11-18T02:27:30.697" v="3942" actId="164"/>
          <ac:picMkLst>
            <pc:docMk/>
            <pc:sldMk cId="2882043628" sldId="360"/>
            <ac:picMk id="1032" creationId="{E2FA61A2-B13C-4626-3F2D-BEAAE37471BA}"/>
          </ac:picMkLst>
        </pc:picChg>
        <pc:picChg chg="add del mod">
          <ac:chgData name="Sunbin Kim" userId="54d11c9c6284e2f4" providerId="LiveId" clId="{9543A2DF-DE45-4ADC-9B2B-BF754554D584}" dt="2024-11-18T02:30:41.308" v="4069" actId="478"/>
          <ac:picMkLst>
            <pc:docMk/>
            <pc:sldMk cId="2882043628" sldId="360"/>
            <ac:picMk id="1047" creationId="{3A684116-8F92-D03F-CD58-63FA4BA17D71}"/>
          </ac:picMkLst>
        </pc:picChg>
        <pc:picChg chg="add del mod">
          <ac:chgData name="Sunbin Kim" userId="54d11c9c6284e2f4" providerId="LiveId" clId="{9543A2DF-DE45-4ADC-9B2B-BF754554D584}" dt="2024-11-18T02:26:50.816" v="3937" actId="478"/>
          <ac:picMkLst>
            <pc:docMk/>
            <pc:sldMk cId="2882043628" sldId="360"/>
            <ac:picMk id="1048" creationId="{E6D50D9D-715F-71C1-3F01-7B52C87143E5}"/>
          </ac:picMkLst>
        </pc:picChg>
        <pc:picChg chg="add mod">
          <ac:chgData name="Sunbin Kim" userId="54d11c9c6284e2f4" providerId="LiveId" clId="{9543A2DF-DE45-4ADC-9B2B-BF754554D584}" dt="2024-11-18T02:29:27.616" v="4012" actId="164"/>
          <ac:picMkLst>
            <pc:docMk/>
            <pc:sldMk cId="2882043628" sldId="360"/>
            <ac:picMk id="1051" creationId="{B901284E-45EA-8374-A693-FFCFF822DC77}"/>
          </ac:picMkLst>
        </pc:picChg>
        <pc:picChg chg="add mod">
          <ac:chgData name="Sunbin Kim" userId="54d11c9c6284e2f4" providerId="LiveId" clId="{9543A2DF-DE45-4ADC-9B2B-BF754554D584}" dt="2024-11-18T02:29:27.616" v="4012" actId="164"/>
          <ac:picMkLst>
            <pc:docMk/>
            <pc:sldMk cId="2882043628" sldId="360"/>
            <ac:picMk id="1053" creationId="{966C9175-3CC0-4E63-EEBE-4B438971B8D8}"/>
          </ac:picMkLst>
        </pc:picChg>
        <pc:picChg chg="add mod">
          <ac:chgData name="Sunbin Kim" userId="54d11c9c6284e2f4" providerId="LiveId" clId="{9543A2DF-DE45-4ADC-9B2B-BF754554D584}" dt="2024-11-18T02:29:33.392" v="4015" actId="14100"/>
          <ac:picMkLst>
            <pc:docMk/>
            <pc:sldMk cId="2882043628" sldId="360"/>
            <ac:picMk id="1055" creationId="{81E61A37-EF8B-A06E-9237-0DB7CC04A65A}"/>
          </ac:picMkLst>
        </pc:picChg>
        <pc:picChg chg="add mod">
          <ac:chgData name="Sunbin Kim" userId="54d11c9c6284e2f4" providerId="LiveId" clId="{9543A2DF-DE45-4ADC-9B2B-BF754554D584}" dt="2024-11-18T02:29:41.003" v="4019" actId="1076"/>
          <ac:picMkLst>
            <pc:docMk/>
            <pc:sldMk cId="2882043628" sldId="360"/>
            <ac:picMk id="1057" creationId="{D10E2812-55B4-8A10-B400-58FB99AF826D}"/>
          </ac:picMkLst>
        </pc:picChg>
        <pc:cxnChg chg="add mod topLvl">
          <ac:chgData name="Sunbin Kim" userId="54d11c9c6284e2f4" providerId="LiveId" clId="{9543A2DF-DE45-4ADC-9B2B-BF754554D584}" dt="2024-11-18T02:04:22.093" v="2877" actId="165"/>
          <ac:cxnSpMkLst>
            <pc:docMk/>
            <pc:sldMk cId="2882043628" sldId="360"/>
            <ac:cxnSpMk id="10" creationId="{588185E1-35D5-4F08-1131-E783144217B2}"/>
          </ac:cxnSpMkLst>
        </pc:cxnChg>
        <pc:cxnChg chg="add mod topLvl">
          <ac:chgData name="Sunbin Kim" userId="54d11c9c6284e2f4" providerId="LiveId" clId="{9543A2DF-DE45-4ADC-9B2B-BF754554D584}" dt="2024-11-18T02:04:22.093" v="2877" actId="165"/>
          <ac:cxnSpMkLst>
            <pc:docMk/>
            <pc:sldMk cId="2882043628" sldId="360"/>
            <ac:cxnSpMk id="15" creationId="{682A6F2D-AA73-0991-63FC-968EAB512B21}"/>
          </ac:cxnSpMkLst>
        </pc:cxnChg>
        <pc:cxnChg chg="mod">
          <ac:chgData name="Sunbin Kim" userId="54d11c9c6284e2f4" providerId="LiveId" clId="{9543A2DF-DE45-4ADC-9B2B-BF754554D584}" dt="2024-11-18T01:22:04.224" v="2707" actId="12788"/>
          <ac:cxnSpMkLst>
            <pc:docMk/>
            <pc:sldMk cId="2882043628" sldId="360"/>
            <ac:cxnSpMk id="42" creationId="{6C9553CB-C2A7-E8DA-A126-C8978FD5897F}"/>
          </ac:cxnSpMkLst>
        </pc:cxnChg>
        <pc:cxnChg chg="mod">
          <ac:chgData name="Sunbin Kim" userId="54d11c9c6284e2f4" providerId="LiveId" clId="{9543A2DF-DE45-4ADC-9B2B-BF754554D584}" dt="2024-11-18T01:22:04.224" v="2707" actId="12788"/>
          <ac:cxnSpMkLst>
            <pc:docMk/>
            <pc:sldMk cId="2882043628" sldId="360"/>
            <ac:cxnSpMk id="54" creationId="{97E1BDB1-D255-4E28-328A-04278478595F}"/>
          </ac:cxnSpMkLst>
        </pc:cxnChg>
        <pc:cxnChg chg="mod">
          <ac:chgData name="Sunbin Kim" userId="54d11c9c6284e2f4" providerId="LiveId" clId="{9543A2DF-DE45-4ADC-9B2B-BF754554D584}" dt="2024-11-18T01:22:04.224" v="2707" actId="12788"/>
          <ac:cxnSpMkLst>
            <pc:docMk/>
            <pc:sldMk cId="2882043628" sldId="360"/>
            <ac:cxnSpMk id="55" creationId="{64709E95-A8A2-98E8-8BC7-11CC871F94E0}"/>
          </ac:cxnSpMkLst>
        </pc:cxnChg>
        <pc:cxnChg chg="mod">
          <ac:chgData name="Sunbin Kim" userId="54d11c9c6284e2f4" providerId="LiveId" clId="{9543A2DF-DE45-4ADC-9B2B-BF754554D584}" dt="2024-11-18T01:22:04.224" v="2707" actId="12788"/>
          <ac:cxnSpMkLst>
            <pc:docMk/>
            <pc:sldMk cId="2882043628" sldId="360"/>
            <ac:cxnSpMk id="56" creationId="{A2EDE94D-D25E-A725-6659-BA5BA0B443B0}"/>
          </ac:cxnSpMkLst>
        </pc:cxnChg>
        <pc:cxnChg chg="add mod topLvl">
          <ac:chgData name="Sunbin Kim" userId="54d11c9c6284e2f4" providerId="LiveId" clId="{9543A2DF-DE45-4ADC-9B2B-BF754554D584}" dt="2024-11-18T02:04:22.093" v="2877" actId="165"/>
          <ac:cxnSpMkLst>
            <pc:docMk/>
            <pc:sldMk cId="2882043628" sldId="360"/>
            <ac:cxnSpMk id="59" creationId="{A15A2855-394C-FC09-E9F4-31EE1FDDAC6F}"/>
          </ac:cxnSpMkLst>
        </pc:cxnChg>
        <pc:cxnChg chg="add mod topLvl">
          <ac:chgData name="Sunbin Kim" userId="54d11c9c6284e2f4" providerId="LiveId" clId="{9543A2DF-DE45-4ADC-9B2B-BF754554D584}" dt="2024-11-18T02:04:22.093" v="2877" actId="165"/>
          <ac:cxnSpMkLst>
            <pc:docMk/>
            <pc:sldMk cId="2882043628" sldId="360"/>
            <ac:cxnSpMk id="61" creationId="{2782FC75-314E-AB2F-B99B-25717F55C93F}"/>
          </ac:cxnSpMkLst>
        </pc:cxnChg>
        <pc:cxnChg chg="add mod topLvl">
          <ac:chgData name="Sunbin Kim" userId="54d11c9c6284e2f4" providerId="LiveId" clId="{9543A2DF-DE45-4ADC-9B2B-BF754554D584}" dt="2024-11-18T02:04:22.093" v="2877" actId="165"/>
          <ac:cxnSpMkLst>
            <pc:docMk/>
            <pc:sldMk cId="2882043628" sldId="360"/>
            <ac:cxnSpMk id="62" creationId="{CC025A70-23DB-E3CC-66C4-811C1D22F973}"/>
          </ac:cxnSpMkLst>
        </pc:cxnChg>
        <pc:cxnChg chg="mod">
          <ac:chgData name="Sunbin Kim" userId="54d11c9c6284e2f4" providerId="LiveId" clId="{9543A2DF-DE45-4ADC-9B2B-BF754554D584}" dt="2024-11-18T02:04:21.335" v="2876" actId="571"/>
          <ac:cxnSpMkLst>
            <pc:docMk/>
            <pc:sldMk cId="2882043628" sldId="360"/>
            <ac:cxnSpMk id="75" creationId="{2A4D7968-B8CD-932F-45D6-811BFB493E08}"/>
          </ac:cxnSpMkLst>
        </pc:cxnChg>
        <pc:cxnChg chg="mod">
          <ac:chgData name="Sunbin Kim" userId="54d11c9c6284e2f4" providerId="LiveId" clId="{9543A2DF-DE45-4ADC-9B2B-BF754554D584}" dt="2024-11-18T02:04:21.335" v="2876" actId="571"/>
          <ac:cxnSpMkLst>
            <pc:docMk/>
            <pc:sldMk cId="2882043628" sldId="360"/>
            <ac:cxnSpMk id="78" creationId="{9C4DCB38-EBD6-D561-57AB-A86ABAE78242}"/>
          </ac:cxnSpMkLst>
        </pc:cxnChg>
        <pc:cxnChg chg="mod">
          <ac:chgData name="Sunbin Kim" userId="54d11c9c6284e2f4" providerId="LiveId" clId="{9543A2DF-DE45-4ADC-9B2B-BF754554D584}" dt="2024-11-18T02:04:21.335" v="2876" actId="571"/>
          <ac:cxnSpMkLst>
            <pc:docMk/>
            <pc:sldMk cId="2882043628" sldId="360"/>
            <ac:cxnSpMk id="80" creationId="{C067B532-6FB3-ADB8-FAB8-3EA706839212}"/>
          </ac:cxnSpMkLst>
        </pc:cxnChg>
        <pc:cxnChg chg="mod">
          <ac:chgData name="Sunbin Kim" userId="54d11c9c6284e2f4" providerId="LiveId" clId="{9543A2DF-DE45-4ADC-9B2B-BF754554D584}" dt="2024-11-18T02:04:21.335" v="2876" actId="571"/>
          <ac:cxnSpMkLst>
            <pc:docMk/>
            <pc:sldMk cId="2882043628" sldId="360"/>
            <ac:cxnSpMk id="82" creationId="{1472DDCC-B13D-64F8-096A-191845F3128C}"/>
          </ac:cxnSpMkLst>
        </pc:cxnChg>
        <pc:cxnChg chg="mod">
          <ac:chgData name="Sunbin Kim" userId="54d11c9c6284e2f4" providerId="LiveId" clId="{9543A2DF-DE45-4ADC-9B2B-BF754554D584}" dt="2024-11-18T02:04:21.335" v="2876" actId="571"/>
          <ac:cxnSpMkLst>
            <pc:docMk/>
            <pc:sldMk cId="2882043628" sldId="360"/>
            <ac:cxnSpMk id="83" creationId="{3D7EE4CA-2D33-7AFC-FBB5-D9B47823D6B4}"/>
          </ac:cxnSpMkLst>
        </pc:cxnChg>
      </pc:sldChg>
      <pc:sldChg chg="addSp modSp mod">
        <pc:chgData name="Sunbin Kim" userId="54d11c9c6284e2f4" providerId="LiveId" clId="{9543A2DF-DE45-4ADC-9B2B-BF754554D584}" dt="2024-11-18T00:29:11.955" v="973" actId="20577"/>
        <pc:sldMkLst>
          <pc:docMk/>
          <pc:sldMk cId="1538069063" sldId="362"/>
        </pc:sldMkLst>
        <pc:spChg chg="add mod">
          <ac:chgData name="Sunbin Kim" userId="54d11c9c6284e2f4" providerId="LiveId" clId="{9543A2DF-DE45-4ADC-9B2B-BF754554D584}" dt="2024-11-18T00:28:10.034" v="814"/>
          <ac:spMkLst>
            <pc:docMk/>
            <pc:sldMk cId="1538069063" sldId="362"/>
            <ac:spMk id="2" creationId="{29088365-A154-B5D7-2B6C-2DC9310B8C07}"/>
          </ac:spMkLst>
        </pc:spChg>
        <pc:spChg chg="add mod">
          <ac:chgData name="Sunbin Kim" userId="54d11c9c6284e2f4" providerId="LiveId" clId="{9543A2DF-DE45-4ADC-9B2B-BF754554D584}" dt="2024-11-18T00:29:11.955" v="973" actId="20577"/>
          <ac:spMkLst>
            <pc:docMk/>
            <pc:sldMk cId="1538069063" sldId="362"/>
            <ac:spMk id="4" creationId="{380E1F60-15BA-A911-FE19-17905CE29510}"/>
          </ac:spMkLst>
        </pc:spChg>
      </pc:sldChg>
      <pc:sldChg chg="addSp delSp modSp mod">
        <pc:chgData name="Sunbin Kim" userId="54d11c9c6284e2f4" providerId="LiveId" clId="{9543A2DF-DE45-4ADC-9B2B-BF754554D584}" dt="2024-11-18T02:19:50.497" v="3324"/>
        <pc:sldMkLst>
          <pc:docMk/>
          <pc:sldMk cId="1637431802" sldId="366"/>
        </pc:sldMkLst>
        <pc:spChg chg="mod">
          <ac:chgData name="Sunbin Kim" userId="54d11c9c6284e2f4" providerId="LiveId" clId="{9543A2DF-DE45-4ADC-9B2B-BF754554D584}" dt="2024-11-18T00:18:13.594" v="17" actId="1036"/>
          <ac:spMkLst>
            <pc:docMk/>
            <pc:sldMk cId="1637431802" sldId="366"/>
            <ac:spMk id="2" creationId="{6DC6F359-416A-17F3-AE61-580D3FBC48CB}"/>
          </ac:spMkLst>
        </pc:spChg>
        <pc:spChg chg="mod">
          <ac:chgData name="Sunbin Kim" userId="54d11c9c6284e2f4" providerId="LiveId" clId="{9543A2DF-DE45-4ADC-9B2B-BF754554D584}" dt="2024-11-18T02:19:34.541" v="3321" actId="20577"/>
          <ac:spMkLst>
            <pc:docMk/>
            <pc:sldMk cId="1637431802" sldId="366"/>
            <ac:spMk id="8" creationId="{8C5F885E-A7F2-D6E7-6481-2063CCC5AEDF}"/>
          </ac:spMkLst>
        </pc:spChg>
        <pc:spChg chg="del mod">
          <ac:chgData name="Sunbin Kim" userId="54d11c9c6284e2f4" providerId="LiveId" clId="{9543A2DF-DE45-4ADC-9B2B-BF754554D584}" dt="2024-11-18T02:09:05.400" v="3197" actId="478"/>
          <ac:spMkLst>
            <pc:docMk/>
            <pc:sldMk cId="1637431802" sldId="366"/>
            <ac:spMk id="9" creationId="{A2AB203F-B28C-909D-2EB5-F8504B783D8C}"/>
          </ac:spMkLst>
        </pc:spChg>
        <pc:spChg chg="add mod">
          <ac:chgData name="Sunbin Kim" userId="54d11c9c6284e2f4" providerId="LiveId" clId="{9543A2DF-DE45-4ADC-9B2B-BF754554D584}" dt="2024-11-18T02:19:41.342" v="3323" actId="571"/>
          <ac:spMkLst>
            <pc:docMk/>
            <pc:sldMk cId="1637431802" sldId="366"/>
            <ac:spMk id="10" creationId="{57D03F7C-8A70-E162-7E32-871DB629DFBE}"/>
          </ac:spMkLst>
        </pc:spChg>
        <pc:spChg chg="add mod">
          <ac:chgData name="Sunbin Kim" userId="54d11c9c6284e2f4" providerId="LiveId" clId="{9543A2DF-DE45-4ADC-9B2B-BF754554D584}" dt="2024-11-18T02:19:50.497" v="3324"/>
          <ac:spMkLst>
            <pc:docMk/>
            <pc:sldMk cId="1637431802" sldId="366"/>
            <ac:spMk id="11" creationId="{A37BCA75-6D5E-2DCA-E941-71CE597F06E7}"/>
          </ac:spMkLst>
        </pc:spChg>
      </pc:sldChg>
      <pc:sldChg chg="addSp delSp modSp mod">
        <pc:chgData name="Sunbin Kim" userId="54d11c9c6284e2f4" providerId="LiveId" clId="{9543A2DF-DE45-4ADC-9B2B-BF754554D584}" dt="2024-11-18T00:31:24.972" v="1014" actId="1037"/>
        <pc:sldMkLst>
          <pc:docMk/>
          <pc:sldMk cId="4243601228" sldId="377"/>
        </pc:sldMkLst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2" creationId="{8B36B530-BD4E-9134-61BD-A41EC0724857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3" creationId="{50916223-1673-0A86-9F11-3D058CF71279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" creationId="{F5DC9CB8-9D37-B746-BBA3-3CBABF93522E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6" creationId="{6FEA4518-66F0-E5EE-C365-BFC248F9BC03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7" creationId="{72835F2D-31CE-36DB-3563-485EFF8EA669}"/>
          </ac:spMkLst>
        </pc:spChg>
        <pc:spChg chg="del">
          <ac:chgData name="Sunbin Kim" userId="54d11c9c6284e2f4" providerId="LiveId" clId="{9543A2DF-DE45-4ADC-9B2B-BF754554D584}" dt="2024-11-18T00:30:30.119" v="974" actId="478"/>
          <ac:spMkLst>
            <pc:docMk/>
            <pc:sldMk cId="4243601228" sldId="377"/>
            <ac:spMk id="8" creationId="{A5473508-051D-EE41-EC9B-741A8AB291A8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10" creationId="{5468238B-AC53-A3C4-1B77-6C04688C9675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12" creationId="{1D1D98F2-8F2B-B3B1-7ECF-30C996B11A50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13" creationId="{C1B6B267-860E-AF05-1C17-F4DBBE36BEA1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14" creationId="{19D57236-43EB-4A8C-A683-30582AA54545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15" creationId="{60971B51-7D96-7B5B-6F74-7725750191A5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16" creationId="{2BA5C49B-D48F-F1F6-6BFE-7520A359ED7B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17" creationId="{288B9EDC-6EF3-80AC-5BE1-DD9DAAA1E356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19" creationId="{1AF296BA-E3BE-100D-B762-1F5AED279B38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24" creationId="{351E8B63-4339-303B-FD9D-B466B7B2EAA8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25" creationId="{5F5D9F96-FB1D-3EED-6F94-C8076181FBC6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29" creationId="{5FE9971C-9871-E460-0651-6ED480B45CED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30" creationId="{58821065-2ECA-813D-4735-FB10ED12FBD4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31" creationId="{68CCFF07-6ED2-67A1-D88E-F02E72B23811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32" creationId="{2ACC7744-3389-61F3-4C66-0CB5CBC79D4B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33" creationId="{79F44BAA-F732-7E7F-C003-43982F6E59B6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34" creationId="{10E64765-7809-30FA-2EE8-55D40C373F41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35" creationId="{103FE9D0-5785-BB7D-4B63-7091A606B8A4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36" creationId="{F37BCB13-84FA-42DF-C482-EDBAE8218643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37" creationId="{1C156866-A1F6-22DC-0276-B9BE59481CBE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38" creationId="{BEB3CA3E-5C50-1FD0-7EB4-3F5DD2705C54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39" creationId="{C9E91775-D84D-351E-F7B6-744E6BAA3855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0" creationId="{52BB65BD-15B1-13B1-3947-CFDFAAC78292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1" creationId="{CAE18AA5-2933-DFA2-2E07-0B8BA9D95AA5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2" creationId="{A42FC87A-830C-C59E-D991-9BF380D3ADBD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26" creationId="{E04F720D-E573-2415-1D53-9CA06C32458F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27" creationId="{B0FA4C8A-A4E0-85C3-1136-3F81905D4FB4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28" creationId="{5D2A2A05-2C85-F92B-49B8-6CF5FA09FA24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29" creationId="{DF5E9E2A-D28C-42FE-A051-68A03767F54A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30" creationId="{D50A47DB-7D5E-D28E-EB22-BA2D7BD509CD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43" creationId="{67A8F3F0-22A3-A7EE-35C3-3D5FA056B0CC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46" creationId="{ED43406C-E2A7-67A3-F30D-11ECE1924A70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47" creationId="{79990B7A-5F7E-7A02-D8E8-80835DF9E209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48" creationId="{B761CF2C-B65C-1EF7-C7FC-A97B95A38F8A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49" creationId="{F668A79A-E835-6E6E-CB60-AA1132DE40D9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50" creationId="{CA480F10-93A1-E707-9D21-30C01B916557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51" creationId="{FA7DDBA0-0390-339C-1B0C-37469E3ACAE9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52" creationId="{FE4AC9A8-2D5B-F839-FF5B-B7D2E17DDB8F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53" creationId="{76762D27-2E6B-C6C6-995A-1DF3F2123FE6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57" creationId="{D8069807-3A71-C4DD-C0F9-50BA78D4D38D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58" creationId="{75DB3B59-C7F3-E9C4-6BBD-069090823F6E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74" creationId="{AFEF4BFC-84FD-CD77-9791-B3ABA4A627A8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75" creationId="{A5C1EC0A-1ABD-903E-972E-594027565C76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79" creationId="{C8E92396-BA61-0CEC-3922-4D731709A043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80" creationId="{8A91DBF9-1852-0ED3-2D98-D3A83FB048FC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81" creationId="{FDB29B4C-E236-7139-289D-295D0D074829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83" creationId="{47F8517B-A793-B22B-BE0C-20FC44548F8C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84" creationId="{5C7CE0F4-044F-E5D1-FBC0-0EE9406C8F26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85" creationId="{6E378447-6802-B099-660B-2CF7594CC12C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86" creationId="{E092BB8A-5393-DE37-5B4F-C9D31BA61535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87" creationId="{4F48633D-5D33-EE0E-CC4D-EAC3941817E7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88" creationId="{E033CDE9-9FD5-F99B-6204-C1074EE7A298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90" creationId="{D9DBC829-784B-5937-0383-8C8C1CC1F1B0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491" creationId="{966D3740-980C-83D5-F8BE-FDE8DBEB86E1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10" creationId="{504754DA-2DB8-E8A7-D942-B33D5525F3AF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11" creationId="{7D8FF9F9-CCCC-A49B-26D3-69F1DAC4059F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12" creationId="{0988849D-AA68-66B8-EF74-796DDAA485E5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13" creationId="{AF058B90-F53F-0069-F25B-74957294527F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14" creationId="{4F0EC5AE-F88E-9A09-73DA-16C96261050F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15" creationId="{7EF48FF9-DA57-C9F6-206D-421CEB64CCF9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16" creationId="{3E2F4297-E2A5-023F-730E-873A0F858730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17" creationId="{7956F2F7-C504-A6AB-B8F3-B009BBF9E9B6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18" creationId="{74693D06-23C4-4FF4-05BD-3E1BACDFB4B4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19" creationId="{D782BAB9-AD2E-48B7-5B1B-066AE2E12854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20" creationId="{37F2EC96-AC92-E40A-B4CE-C346191C8E27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21" creationId="{E9B3FDC9-F915-C8F5-551B-0B4F64AB54D1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22" creationId="{38519797-BEF1-A798-5565-3D9716081098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23" creationId="{17E551AB-B306-A7EA-76DF-9CC8A994F45F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24" creationId="{5F9D0052-F805-9C2E-772A-79879FEC98EE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26" creationId="{18625DAD-9B4D-F45B-97AD-8CD0911476BB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27" creationId="{3949E0F6-8C55-C607-1854-AA23616B582F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28" creationId="{4BD614DF-49D5-FB19-D296-F1C129159398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29" creationId="{914708A2-C202-1F87-4C34-358A17642CA5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30" creationId="{BE429928-8A45-21C6-C190-5B37174532F8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31" creationId="{748C1EC4-F5F5-2112-14DF-1F8E1283C049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32" creationId="{6DE59194-E672-FE35-3925-0F8714F082AA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33" creationId="{C6CBC43E-9CFA-52B3-22AC-FB44EFC94953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34" creationId="{4E083CD8-9EBC-3BE1-F717-4ACF19E309B0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35" creationId="{9C0A004E-9C13-11AB-6022-5C926C945415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36" creationId="{8E049D1F-8681-A73E-D114-65901FB5C6BF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37" creationId="{412F2803-8122-E095-A0AD-10250841393D}"/>
          </ac:spMkLst>
        </pc:spChg>
        <pc:spChg chg="del">
          <ac:chgData name="Sunbin Kim" userId="54d11c9c6284e2f4" providerId="LiveId" clId="{9543A2DF-DE45-4ADC-9B2B-BF754554D584}" dt="2024-11-18T00:30:48.546" v="975" actId="478"/>
          <ac:spMkLst>
            <pc:docMk/>
            <pc:sldMk cId="4243601228" sldId="377"/>
            <ac:spMk id="538" creationId="{6D4D5331-E2E2-81F0-98D1-5E9A6FF45863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39" creationId="{323FD4D5-AADA-4E98-902B-432FDB7BC0D4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40" creationId="{BB0FB326-0466-4716-AE2F-F53E5B09E7B3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42" creationId="{49BBCC90-E0FC-44C1-B658-F041AC886143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43" creationId="{8F604D2E-0913-4022-9A00-067ED6DB159A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44" creationId="{D039C4F1-A167-4D3F-A364-A4B92C101431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46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48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49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50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51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52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53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54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55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56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57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58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59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60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61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62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63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64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65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66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67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68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69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70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92" creationId="{EA1B60C4-90DA-41A0-AC34-6ECB20FE3708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93" creationId="{44983E8C-EFEA-4F60-AB81-DEFE300E5A2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94" creationId="{EA1B60C4-90DA-41A0-AC34-6ECB20FE3708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95" creationId="{44983E8C-EFEA-4F60-AB81-DEFE300E5A2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596" creationId="{E9E08016-5833-4C58-B930-984F6953457E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01" creationId="{D039C4F1-A167-4D3F-A364-A4B92C101431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03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04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05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06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07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08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09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10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12" creationId="{EA1B60C4-90DA-41A0-AC34-6ECB20FE3708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13" creationId="{44983E8C-EFEA-4F60-AB81-DEFE300E5A2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19" creationId="{EA1B60C4-90DA-41A0-AC34-6ECB20FE3708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20" creationId="{E9E08016-5833-4C58-B930-984F6953457E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22" creationId="{D039C4F1-A167-4D3F-A364-A4B92C101431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23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24" creationId="{D039C4F1-A167-4D3F-A364-A4B92C101431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26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27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28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29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30" creationId="{D039C4F1-A167-4D3F-A364-A4B92C101431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31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33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34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37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38" creationId="{10998127-DD2D-436A-81CB-4915E083D625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39" creationId="{D3F48F0D-841B-4B93-BD91-FCCB0EFE286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40" creationId="{3C4DD34F-682C-4138-A4BC-33DD96D11A1E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41" creationId="{10998127-DD2D-436A-81CB-4915E083D625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42" creationId="{3C4DD34F-682C-4138-A4BC-33DD96D11A1E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43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44" creationId="{10998127-DD2D-436A-81CB-4915E083D625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45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46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47" creationId="{10998127-DD2D-436A-81CB-4915E083D625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48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49" creationId="{10998127-DD2D-436A-81CB-4915E083D625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50" creationId="{D039C4F1-A167-4D3F-A364-A4B92C101431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51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53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54" creationId="{4EB0537B-6477-4306-B863-E68673C0945F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55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56" creationId="{10998127-DD2D-436A-81CB-4915E083D625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57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58" creationId="{10998127-DD2D-436A-81CB-4915E083D625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59" creationId="{10998127-DD2D-436A-81CB-4915E083D625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60" creationId="{10998127-DD2D-436A-81CB-4915E083D625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61" creationId="{3C4DD34F-682C-4138-A4BC-33DD96D11A1E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62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63" creationId="{10998127-DD2D-436A-81CB-4915E083D625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64" creationId="{BCE1119B-D3BF-4B45-B958-A52129D19F7D}"/>
          </ac:spMkLst>
        </pc:spChg>
        <pc:spChg chg="add del mod">
          <ac:chgData name="Sunbin Kim" userId="54d11c9c6284e2f4" providerId="LiveId" clId="{9543A2DF-DE45-4ADC-9B2B-BF754554D584}" dt="2024-11-18T00:31:19.229" v="1009" actId="478"/>
          <ac:spMkLst>
            <pc:docMk/>
            <pc:sldMk cId="4243601228" sldId="377"/>
            <ac:spMk id="665" creationId="{10998127-DD2D-436A-81CB-4915E083D625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66" creationId="{D3F48F0D-841B-4B93-BD91-FCCB0EFE286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67" creationId="{3C4DD34F-682C-4138-A4BC-33DD96D11A1E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68" creationId="{D039C4F1-A167-4D3F-A364-A4B92C101431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69" creationId="{BCE1119B-D3BF-4B45-B958-A52129D19F7D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70" creationId="{D039C4F1-A167-4D3F-A364-A4B92C101431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72" creationId="{4EB0537B-6477-4306-B863-E68673C0945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73" creationId="{4EB0537B-6477-4306-B863-E68673C0945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74" creationId="{BCE1119B-D3BF-4B45-B958-A52129D19F7D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77" creationId="{E9E08016-5833-4C58-B930-984F6953457E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78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79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80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81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82" creationId="{BCE1119B-D3BF-4B45-B958-A52129D19F7D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83" creationId="{10998127-DD2D-436A-81CB-4915E083D625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84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85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86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87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88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89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90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91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92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93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94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95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96" creationId="{7F815FF2-C1EB-4C88-A8B4-6E8653BA1EAD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97" creationId="{10998127-DD2D-436A-81CB-4915E083D625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98" creationId="{3A055F76-5458-413C-8BA7-FD172853BD8E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699" creationId="{10998127-DD2D-436A-81CB-4915E083D625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00" creationId="{81C4CCA6-4B04-4F9E-A8D5-AFF9D35718E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01" creationId="{10998127-DD2D-436A-81CB-4915E083D625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02" creationId="{BCE1119B-D3BF-4B45-B958-A52129D19F7D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03" creationId="{10998127-DD2D-436A-81CB-4915E083D625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04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05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06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07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08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09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10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11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12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13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14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15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16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17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18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19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20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21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22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23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24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25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26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27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28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29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30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31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32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33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34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35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36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37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38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39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40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41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42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43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44" creationId="{EA1B60C4-90DA-41A0-AC34-6ECB20FE3708}"/>
          </ac:spMkLst>
        </pc:spChg>
        <pc:spChg chg="add mod">
          <ac:chgData name="Sunbin Kim" userId="54d11c9c6284e2f4" providerId="LiveId" clId="{9543A2DF-DE45-4ADC-9B2B-BF754554D584}" dt="2024-11-18T00:31:02.858" v="1008" actId="1036"/>
          <ac:spMkLst>
            <pc:docMk/>
            <pc:sldMk cId="4243601228" sldId="377"/>
            <ac:spMk id="745" creationId="{44983E8C-EFEA-4F60-AB81-DEFE300E5A2F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46" creationId="{34909725-5B51-3F4C-D7E8-155085611FAE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47" creationId="{E1D5535C-5C25-DDAA-FF21-06B7AE83D43B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49" creationId="{0ADCEAAE-E6A0-8798-AA0D-D8A9B1442324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50" creationId="{24E34D5A-76C1-8286-99E6-B845F1D65FEF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51" creationId="{1D98AC22-5664-BCBD-3900-9204FF16F867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53" creationId="{C1248656-B6E3-9E37-D7B1-92F52621DEA4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55" creationId="{6B15CB8F-434A-EE65-DA01-BC3BCCC85788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56" creationId="{2100D6AB-5CD6-71F4-8041-757E6D145721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57" creationId="{2FDA6776-51E5-2C70-9A53-D096E9A55B3F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58" creationId="{EFFB0476-13C8-6895-A230-C3CC87437EC3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59" creationId="{952C9C23-5017-F256-E545-091645A7738C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60" creationId="{57E7033D-3F46-628A-4640-ED3F33537E6C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61" creationId="{90FAA69E-FC80-B11A-51CD-CD1014315DE8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62" creationId="{2DCB1A72-5A69-0D58-BE9E-35D3A846D1D5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63" creationId="{49DC94E0-9DCD-0AF2-3A1B-258A190B2A9F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64" creationId="{4AF0FCB7-24E9-6BB9-6CE6-E4CF5F33A538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65" creationId="{C3E86D0B-3549-30EE-8F17-50338C8590E3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66" creationId="{CB52C68C-5116-3C60-AAF4-4CC1F7604065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67" creationId="{C32B3C99-45B2-74E2-540A-8D6C6081BD20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68" creationId="{CD67DCBD-8956-7F14-41FE-D4F98B0161AB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69" creationId="{A76C5343-065D-60F5-CFAD-BE0A4857C4C2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70" creationId="{659E7487-1DC5-464B-34A3-1AAB1F98AA67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71" creationId="{E4E93473-0631-73B1-1C7E-3876FFEA8D29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72" creationId="{4A8F16DF-1A0D-8645-F9A1-A99DDAC0B2F4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73" creationId="{DD616BBA-A0F5-C72B-DEEC-93374A98406D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74" creationId="{ACD13AC9-DD26-DE67-0110-387C5D2BE990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75" creationId="{4ACFCD0D-BE70-E4F5-4DC9-C6F6D9F6F6CC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76" creationId="{EBF2ADAA-B04E-DD85-9E40-759E248F2CB8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77" creationId="{4E647F06-B354-8A14-665E-B5A25B512523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79" creationId="{19E91D3E-A564-78B3-F43A-B4FD7591B52D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80" creationId="{BBCE6F05-9EAB-EEC1-5763-1736AA072823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82" creationId="{16EC6E6E-E58B-0EC5-07AD-EBED0842A414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83" creationId="{D5307376-AC95-FDEA-F92F-9B63882EB9E9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85" creationId="{7EBA27C8-5969-36B6-0EB0-07C2E6209102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86" creationId="{4DD4AD34-DDEF-0A3B-4295-1416F07A7A14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88" creationId="{E60C6929-B8F9-FFED-E86C-46BC710A9B40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89" creationId="{24191560-F98E-E699-1B02-FB47FE8E2BD8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91" creationId="{349CC765-291B-2B38-C5B9-567F24EAE7C1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92" creationId="{29860EE7-7EA4-6B34-3354-D4CC85D7E763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94" creationId="{D80E02FE-7560-F7A3-B3C2-5BE376E193A4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95" creationId="{BBCF7268-660B-66DD-6ACA-D7C6DFE8D35F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97" creationId="{59062D81-B858-907C-CCA3-2A6696009354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798" creationId="{6A4E28F3-FEB4-FD7B-BBFE-924FC5941416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00" creationId="{FAB8562F-5F5C-E894-9BB1-AA139D93D012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01" creationId="{E3B33B28-4932-3EDD-F8BB-5165E72030E3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03" creationId="{E2684DE7-AE2A-D6BE-7DE9-7C5108FEC987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04" creationId="{2AD520A0-D91A-6E48-0864-611DE499F4BC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06" creationId="{80BEFE5B-C019-8829-0F5E-3C801CB1F619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07" creationId="{0BDFB20C-0BC3-BF8D-50DD-6BAFDCB143AC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09" creationId="{8115EF7D-7BC6-F09E-25D6-7185B1132F59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10" creationId="{A756CC68-4B3A-256A-DC65-7EF8F68E7318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12" creationId="{55194DD6-EACC-7D7F-56D6-61F316AD4701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13" creationId="{BF61239D-CAB2-A9D3-935D-59324AD3E296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15" creationId="{9AF68098-D911-0D97-D407-CB6D674A3547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16" creationId="{4926C165-79F9-4A0D-F5C6-21A4A0449B7E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18" creationId="{778D4B52-89D9-E8D7-FB3F-7C59406F9B06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19" creationId="{1287CC66-E0D8-656F-6C3B-27DCC39B0EF5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21" creationId="{2AEAD359-6A64-7979-0589-B0C987846DCF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22" creationId="{7E263887-1410-D4A6-EDF4-CABB5C322A01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24" creationId="{8FC12C88-E4B3-5618-50A8-45B31199F0E3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25" creationId="{40931F7E-804C-4F6D-826C-8EABED7EB580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27" creationId="{80734CBD-DE2D-A416-2749-8879629094BD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28" creationId="{F09DF4DA-7BF3-67E7-D391-170F7B0B592C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30" creationId="{253C667D-48D8-D157-0CD5-FA3D5052F954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31" creationId="{BDB2F6A7-E61F-031F-4B55-35C6AC93FDA3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33" creationId="{7B5C1564-445F-CB8C-D758-13CF66DE628B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34" creationId="{DC8E4841-264F-AB32-1F3E-191CB0CBE4D4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36" creationId="{12A3D6E8-0428-3E9D-387F-08E0ECAD1503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37" creationId="{E6C07E1F-E238-E81F-6232-3F305FECFC19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39" creationId="{C94FCFD1-ACA4-4C5B-B005-5E13FCC8EEA0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40" creationId="{FBBABCA2-4BD7-3B5F-DA9A-30A5E87F0799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41" creationId="{8DD03A53-2252-EE4B-11A9-71EC2F4DFD93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42" creationId="{A121465C-D4F3-0352-6CF0-50C9F3A5450A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43" creationId="{A1D1CAAF-6D81-94D1-E23A-3C9A1311A6AC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44" creationId="{8FC82BA3-8DFB-0ABC-4943-E84C1457385A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45" creationId="{48DE8FAA-CDD0-46DA-3C04-387ACB5060FC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47" creationId="{BBE04F82-85DD-8F22-2F4E-4B12423E0DFE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48" creationId="{F2EA6593-910C-CBE4-702F-4DCBAD85962E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50" creationId="{9665D65D-F37B-7AB6-1C85-ECBE118E3529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51" creationId="{2A10BB10-4DBC-81CC-F759-E070708D1E07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53" creationId="{E5958C9C-BDA2-18DF-F902-E008FD04BA68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54" creationId="{222169C5-A853-E2BA-F88E-4C88A9872F32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56" creationId="{9A36460D-5701-99BC-2AF5-B0105551077C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57" creationId="{ECC89EB3-5D8F-AA86-4F01-480B5469FDC4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58" creationId="{9E01A493-245A-0778-0125-2893BDD02DDA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60" creationId="{E4D6B996-E43D-FC4B-E865-894AFA59CD46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61" creationId="{ABECBAD8-60B0-E5FB-5148-E30F15F172F2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62" creationId="{7689AC89-3251-B1A9-DFE9-3A98C4CE8F23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63" creationId="{091E2C2E-F33F-316E-9B96-7B38305FE2DA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64" creationId="{E6191568-265B-18C6-83F0-BC187DF68AAF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65" creationId="{E5CF8EC7-CF7B-B117-B2F7-F36A30DD3D16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66" creationId="{C1D2E222-1F31-5145-F1BE-ABC66E39BBC8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67" creationId="{FC74C52A-8B13-9B6A-52EC-D7CA25AF9D16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69" creationId="{6A8AF183-B9BE-C270-B45A-E05DB15140AD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70" creationId="{45C32D28-64AC-E022-EEE9-9EAA9EE6A367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71" creationId="{CD527CEA-985E-67E9-1395-16E393829C06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72" creationId="{351059F8-C5AD-3D0F-FCFD-2B91AA65BDC4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74" creationId="{9C309F6E-D638-34D9-B3B7-951F02D98FD5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75" creationId="{8FBD4BC6-336A-A705-FB84-8ED38C80FD5E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77" creationId="{9165230B-AB48-ABE2-1B11-F70A3548DD9E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78" creationId="{344E8F66-4047-6334-35DB-32474267E6B7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80" creationId="{82DBE3E3-94EF-239F-222E-4DB35FB58A1B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81" creationId="{20874895-10AC-738F-B709-86C722EE6822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83" creationId="{295CA759-148B-A616-A56A-D135A05CDA7E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84" creationId="{D6C5781B-D55B-D54F-344D-6BDF15EE36E5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86" creationId="{D50FAF9D-2ED5-C118-98C4-0E284DC28EA1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87" creationId="{9F2A8B4A-CDC9-5DE8-C12D-5F2681184A54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88" creationId="{1AFD89C9-22EA-A588-E043-EAC4B2786082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89" creationId="{54D09780-8975-32A4-3717-9BB435A0B333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91" creationId="{7646CD56-7876-0715-D53F-91FCFB465DC3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92" creationId="{446E7682-534F-8DA4-20C2-0E603ECAC3EC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93" creationId="{ABD2F51B-CC29-8C9C-17FC-D2C64E4EA558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94" creationId="{231FFE22-8DBE-83AD-3D20-2766E33737D4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95" creationId="{05715EEC-C9B3-FDDD-6A35-33941A173031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97" creationId="{C83081FC-5C99-5B36-6089-09B40C5AD2A4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98" creationId="{5881E84D-0FE3-3407-4FFB-406EA8187054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899" creationId="{1C675E4F-742E-3799-78A3-6A0006025838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00" creationId="{0F90D4C4-68C8-126B-C10A-F219D8664C26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01" creationId="{4D345671-BE36-0C71-D6AD-A5B4D52D5E1A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02" creationId="{473D24B3-E162-47E3-2859-51B3551D8081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04" creationId="{A062F726-A37B-132B-3105-F819A7B56BF2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05" creationId="{37EB5AA9-E40B-E544-537F-938D8D4355CF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07" creationId="{992BE667-A59C-F753-EB37-9369FA73DFF5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08" creationId="{1B36AC71-1B50-757C-3870-5E4A8D0634C8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09" creationId="{0B21F895-4084-E805-5717-EC9E4BCF644D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11" creationId="{86FFDDB9-19B4-D383-1098-2DD575F974AB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12" creationId="{7C758986-4FD9-F81B-8007-22A950EEA48C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13" creationId="{EF48F9CC-78AE-3478-05A8-9F430CDDC059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16" creationId="{A5BB67D9-435A-4D19-1522-CA121AF4D61C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17" creationId="{08EC132D-8F99-D24D-8F2A-3B9C9D003B14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18" creationId="{C1E0B938-61D0-5EF7-346B-180A07CA9FD4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19" creationId="{E97E5618-2017-5DD9-E24D-6D3F86742BE8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20" creationId="{8883664E-DE6F-7210-340E-E38DCB4587EC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22" creationId="{CF3228E5-EF87-CBB4-FB55-B44DB49A0548}"/>
          </ac:spMkLst>
        </pc:spChg>
        <pc:spChg chg="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23" creationId="{9740EEB2-01F3-5B1B-E90B-BFE6E69B84B7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24" creationId="{98132DE3-9E46-EF76-A366-65BDADB7D166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25" creationId="{F8888DFD-60FD-A06E-5F1C-CD36DB90AF98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26" creationId="{CFD94920-B8F5-B2C6-E92A-A2E42202BE39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27" creationId="{37711E27-DE3C-3404-F1A9-304EA79A5997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28" creationId="{63B1C472-5742-8A86-17AB-D1298E5AFF8B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29" creationId="{F4860153-24B4-EC67-83E6-3457D8F57ACD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30" creationId="{6E6006BB-6B11-ACA0-2C58-B37E81DBBED6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31" creationId="{F3AFF256-1602-1FC0-A99D-3E628CE712E6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32" creationId="{24C663B2-617B-2C56-9E80-D4D7DD98D6D3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33" creationId="{0E3FB695-5E69-8CEB-9A9D-1DFF3853B8D0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34" creationId="{D5B62585-D03B-0350-8996-0D5B7160D0F5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35" creationId="{D746DF30-CC41-9C4C-C1C6-3A110AC0FA61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36" creationId="{C7067FC6-D0EC-535C-D4AC-2F98175F79A7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37" creationId="{2DB675DE-6509-BD85-9FFC-9AA0F602D905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38" creationId="{F6DF1849-64F6-5638-2763-ED3231831189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40" creationId="{FD7025AE-9FA3-CD96-E2E4-13ADC7C0A2EC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41" creationId="{A5050354-356B-681C-206A-BA48DE9405D6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42" creationId="{16C58DD8-7F0B-609C-B2AD-CAA881125F3C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43" creationId="{B56552EC-8537-EE81-78A1-824CB1404A0F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44" creationId="{CAD75CD6-ECD0-0443-715A-C935721625EB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45" creationId="{25E2D6BF-EC23-F763-CCED-E2D3248BFEED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46" creationId="{3E9BE2E0-BA85-4CC0-AFA8-38BA78C832FC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47" creationId="{D2C18C88-3D9F-D14B-A246-95709AAE16E4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48" creationId="{ED0F3848-8DC6-C445-F0C9-4FE49C4A6BCB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49" creationId="{5A55DCDA-EB74-201D-E574-DA9162126816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50" creationId="{F06C0A5D-6901-7915-5261-1B64818828F2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51" creationId="{39BD259B-D1B8-B934-F8DF-A52046F667CA}"/>
          </ac:spMkLst>
        </pc:spChg>
        <pc:spChg chg="add mod">
          <ac:chgData name="Sunbin Kim" userId="54d11c9c6284e2f4" providerId="LiveId" clId="{9543A2DF-DE45-4ADC-9B2B-BF754554D584}" dt="2024-11-18T00:31:24.972" v="1014" actId="1037"/>
          <ac:spMkLst>
            <pc:docMk/>
            <pc:sldMk cId="4243601228" sldId="377"/>
            <ac:spMk id="952" creationId="{C3F44439-8E44-2349-D122-1E511B951743}"/>
          </ac:spMkLst>
        </pc:s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3" creationId="{F1C04B17-3464-22DC-09F0-E9260A49D5CB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6" creationId="{32D06B0A-1B08-BA71-A026-C037FA31AD0B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9" creationId="{C398B2F4-FB86-5874-E3B2-FB41182A2320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52" creationId="{63E3B254-D972-9DDF-DC73-D004F3C1F133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55" creationId="{38E69B1F-9127-3B12-2E0B-173E4A285C87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58" creationId="{0C9F6C7F-4192-8773-506B-107DF22F963B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61" creationId="{AC696FAB-2647-1955-725F-FAC281C254BC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384" creationId="{56AE62B6-F47E-A6E5-7C13-B9E26C3E0246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387" creationId="{806ACBBB-4F2B-2925-FA15-6FDEB5E1F8C4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390" creationId="{A0993178-3FB5-8B2B-5973-7364A6FD8D26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393" creationId="{0C8DD7DB-F102-84DD-A304-D82A0B3C3B9E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396" creationId="{0A3D240A-4E76-1716-BEF9-84E4F1B42103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399" creationId="{FB8474DD-C397-ED57-8837-D66312C7DE3A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02" creationId="{24A1E3F8-B2DF-583B-3E31-02A592792AF3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05" creationId="{2C9A5F9A-BD12-C57C-F304-313E41D8A64B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08" creationId="{79C7E1D5-EAA1-BA5D-EE96-A1320E0AE6A9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11" creationId="{39145C7D-AFA7-56BE-6804-65F9D0276C03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14" creationId="{43129B1D-99AE-C72A-143C-E0C8A1AD6246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17" creationId="{928029E0-782C-E1D2-097B-F90A37E39764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20" creationId="{F43E0E2F-6009-E4EA-86F3-D24420FC9A50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23" creationId="{D2E48876-C6B1-489F-7F7F-0659FAF07423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31" creationId="{35A857EB-E78A-E9F4-95AF-787299746F74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34" creationId="{F425FBAB-6BBD-2D97-81A4-404CD1564478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37" creationId="{9ABEEF05-3CAA-FDFA-2B76-E8906B2B4903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40" creationId="{69A84294-DF2F-E469-A803-6ADBA830F39E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54" creationId="{E49F32BA-D0FD-9136-91C8-09B9F76AC11B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59" creationId="{E2E30052-D705-ACFE-ECAB-6F90CE000AB5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62" creationId="{6DE8E285-3078-88CA-F254-5005CE8C4D9F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65" creationId="{02F43695-358E-4DB5-7306-19DA80BA4348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68" creationId="{3109BE62-AC5F-CA9B-B898-3D5AEA36D1DD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71" creationId="{0E19A139-D0EA-3B24-43BA-D79F9B03755F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76" creationId="{1986A230-33D4-F21F-4697-75F9C94A1EA9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492" creationId="{B4E5FAA3-C5C1-50DD-348E-C3D8AA9B93F3}"/>
          </ac:grpSpMkLst>
        </pc:grpChg>
        <pc:grpChg chg="del">
          <ac:chgData name="Sunbin Kim" userId="54d11c9c6284e2f4" providerId="LiveId" clId="{9543A2DF-DE45-4ADC-9B2B-BF754554D584}" dt="2024-11-18T00:30:48.546" v="975" actId="478"/>
          <ac:grpSpMkLst>
            <pc:docMk/>
            <pc:sldMk cId="4243601228" sldId="377"/>
            <ac:grpSpMk id="507" creationId="{5920A8E8-A60C-548A-4C48-1B39A25E56EC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71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72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73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74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75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76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77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78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79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80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81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82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83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84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85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86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87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88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89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90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91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97" creationId="{64DC0B0A-78B4-5A5D-3460-9B3871D6B91D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98" creationId="{20C33B63-827A-A96E-856C-357FDA1193E0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599" creationId="{89A51914-1924-D5B1-DEC0-87D857C2A73F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600" creationId="{20DE8465-0084-2739-54C9-EEB0C278BF84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611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614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615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616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617" creationId="{D3AE532F-EDDC-4B35-80E2-FFD00EDABEC8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618" creationId="{BEFB3769-47D9-0BF3-B53E-A1D758D3368D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621" creationId="{CE36A840-7D27-78B2-E116-A18C1E7BA8A4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635" creationId="{F6145F33-0AE5-17C9-5012-684BCEB56FB1}"/>
          </ac:grpSpMkLst>
        </pc:grpChg>
        <pc:grpChg chg="add del mod">
          <ac:chgData name="Sunbin Kim" userId="54d11c9c6284e2f4" providerId="LiveId" clId="{9543A2DF-DE45-4ADC-9B2B-BF754554D584}" dt="2024-11-18T00:31:19.229" v="1009" actId="478"/>
          <ac:grpSpMkLst>
            <pc:docMk/>
            <pc:sldMk cId="4243601228" sldId="377"/>
            <ac:grpSpMk id="636" creationId="{FC914BE1-F97D-4359-9A93-5BA3E00C2AB3}"/>
          </ac:grpSpMkLst>
        </pc:grpChg>
        <pc:grpChg chg="add mod">
          <ac:chgData name="Sunbin Kim" userId="54d11c9c6284e2f4" providerId="LiveId" clId="{9543A2DF-DE45-4ADC-9B2B-BF754554D584}" dt="2024-11-18T00:31:02.858" v="1008" actId="1036"/>
          <ac:grpSpMkLst>
            <pc:docMk/>
            <pc:sldMk cId="4243601228" sldId="377"/>
            <ac:grpSpMk id="675" creationId="{D3AE532F-EDDC-4B35-80E2-FFD00EDABEC8}"/>
          </ac:grpSpMkLst>
        </pc:grpChg>
        <pc:grpChg chg="add mod">
          <ac:chgData name="Sunbin Kim" userId="54d11c9c6284e2f4" providerId="LiveId" clId="{9543A2DF-DE45-4ADC-9B2B-BF754554D584}" dt="2024-11-18T00:31:02.858" v="1008" actId="1036"/>
          <ac:grpSpMkLst>
            <pc:docMk/>
            <pc:sldMk cId="4243601228" sldId="377"/>
            <ac:grpSpMk id="676" creationId="{D3AE532F-EDDC-4B35-80E2-FFD00EDABEC8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778" creationId="{7ACCE1B0-44CA-749B-17E7-A741BF42DDE2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781" creationId="{CF0DCD39-9377-073E-86C1-AE169467E90E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784" creationId="{AB1CCDDD-C499-EBA9-F511-8BB980F3E450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787" creationId="{4EED5D56-A65F-CF31-A1FE-69DC7E218407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790" creationId="{343D6328-0306-02E5-CF41-5130A82A9ABC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793" creationId="{A05C5F12-5EA5-681F-13B1-9F450B79FB52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796" creationId="{BE69D83A-B231-11A0-3EE7-31AF972F00DD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799" creationId="{2B142723-7C3C-7E13-7119-BB2E7A51CD7E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02" creationId="{FFEA35BA-D82D-131F-E454-4F796F0C945F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05" creationId="{356E32DD-9BD6-1F68-FC14-2EB54B4C3C8D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08" creationId="{94F80C82-B78C-FA46-D654-0DE4189CCCD3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11" creationId="{1A9F0206-A424-9DCC-D42C-8773D20E4B32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14" creationId="{07DE890B-EB12-63AA-0E42-644CE5624764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17" creationId="{F92919E2-3A9C-AB44-0C41-F1ED81231460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20" creationId="{15BA7C46-1D32-DC86-E409-50549D0DBFC9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23" creationId="{DD7B3060-6A07-A968-04A5-0E8A6584ABEF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26" creationId="{B60F6159-982F-91E3-8D3F-70D5211595BC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29" creationId="{8CC34CC6-6D70-74A0-30C7-217B88FA89B7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32" creationId="{9CD5D759-14EC-16A4-1D50-475ED03832E1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35" creationId="{91070F0D-EC88-0FF4-D532-2523932B315D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38" creationId="{06C6D244-BE10-0666-4BFC-C0C888B0722E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46" creationId="{B7C5C739-F1FF-C385-2BA6-ABEA7EDAC1E9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49" creationId="{77D9A03F-D93C-6614-CC5D-981AB2F33ADB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52" creationId="{910E9E9E-D049-95B9-9C0C-27A2E682F866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55" creationId="{89B9D607-B8BF-37A5-4613-021CF97A5514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68" creationId="{3F5F73CC-1FB0-212E-7403-36BEE254A9AA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73" creationId="{03B88236-8120-F4ED-E45A-18776DB1BE21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76" creationId="{C1D339B8-9806-AEA6-999E-68D324B40264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79" creationId="{23E00D44-8750-42CE-E360-56368AC60412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82" creationId="{F90C3A89-1C11-2A84-43EA-B443DE526BE0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85" creationId="{76B0F66C-2B58-A0BA-2262-EC51FC7DE9A9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890" creationId="{F77C84A7-F1D0-A158-D21B-E2482073B435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906" creationId="{B595ADE2-2F27-DE2F-C2A2-3950CD96E491}"/>
          </ac:grpSpMkLst>
        </pc:grpChg>
        <pc:grpChg chg="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914" creationId="{0DF07FB1-3132-89B8-BAB3-FD3702055039}"/>
          </ac:grpSpMkLst>
        </pc:grpChg>
        <pc:grpChg chg="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915" creationId="{ED99F5CD-B282-462A-7B5D-0A904E2D8E92}"/>
          </ac:grpSpMkLst>
        </pc:grpChg>
        <pc:grpChg chg="add mod">
          <ac:chgData name="Sunbin Kim" userId="54d11c9c6284e2f4" providerId="LiveId" clId="{9543A2DF-DE45-4ADC-9B2B-BF754554D584}" dt="2024-11-18T00:31:24.972" v="1014" actId="1037"/>
          <ac:grpSpMkLst>
            <pc:docMk/>
            <pc:sldMk cId="4243601228" sldId="377"/>
            <ac:grpSpMk id="921" creationId="{90CD58FC-8747-3D54-6545-B8C00DEFD76D}"/>
          </ac:grpSpMkLst>
        </pc:grpChg>
        <pc:graphicFrameChg chg="del">
          <ac:chgData name="Sunbin Kim" userId="54d11c9c6284e2f4" providerId="LiveId" clId="{9543A2DF-DE45-4ADC-9B2B-BF754554D584}" dt="2024-11-18T00:30:48.546" v="975" actId="478"/>
          <ac:graphicFrameMkLst>
            <pc:docMk/>
            <pc:sldMk cId="4243601228" sldId="377"/>
            <ac:graphicFrameMk id="4" creationId="{38DA2BD6-5F37-8426-45FB-855F44249440}"/>
          </ac:graphicFrameMkLst>
        </pc:graphicFrameChg>
        <pc:graphicFrameChg chg="add mod">
          <ac:chgData name="Sunbin Kim" userId="54d11c9c6284e2f4" providerId="LiveId" clId="{9543A2DF-DE45-4ADC-9B2B-BF754554D584}" dt="2024-11-18T00:31:24.972" v="1014" actId="1037"/>
          <ac:graphicFrameMkLst>
            <pc:docMk/>
            <pc:sldMk cId="4243601228" sldId="377"/>
            <ac:graphicFrameMk id="748" creationId="{CACCBD61-B494-A991-48C0-128A026EC5BF}"/>
          </ac:graphicFrameMkLst>
        </pc:graphicFrameChg>
        <pc:picChg chg="del">
          <ac:chgData name="Sunbin Kim" userId="54d11c9c6284e2f4" providerId="LiveId" clId="{9543A2DF-DE45-4ADC-9B2B-BF754554D584}" dt="2024-11-18T00:30:48.546" v="975" actId="478"/>
          <ac:picMkLst>
            <pc:docMk/>
            <pc:sldMk cId="4243601228" sldId="377"/>
            <ac:picMk id="11" creationId="{D01C478F-1117-EA53-3F20-3023E6628E22}"/>
          </ac:picMkLst>
        </pc:picChg>
        <pc:picChg chg="add del mod">
          <ac:chgData name="Sunbin Kim" userId="54d11c9c6284e2f4" providerId="LiveId" clId="{9543A2DF-DE45-4ADC-9B2B-BF754554D584}" dt="2024-11-18T00:31:19.229" v="1009" actId="478"/>
          <ac:picMkLst>
            <pc:docMk/>
            <pc:sldMk cId="4243601228" sldId="377"/>
            <ac:picMk id="541" creationId="{D35337F2-944C-94F3-6673-0A19DAA883F8}"/>
          </ac:picMkLst>
        </pc:picChg>
        <pc:picChg chg="add del mod">
          <ac:chgData name="Sunbin Kim" userId="54d11c9c6284e2f4" providerId="LiveId" clId="{9543A2DF-DE45-4ADC-9B2B-BF754554D584}" dt="2024-11-18T00:31:19.229" v="1009" actId="478"/>
          <ac:picMkLst>
            <pc:docMk/>
            <pc:sldMk cId="4243601228" sldId="377"/>
            <ac:picMk id="547" creationId="{549F321D-E322-4B11-AE33-EB035CD0E7D3}"/>
          </ac:picMkLst>
        </pc:picChg>
        <pc:picChg chg="add mod">
          <ac:chgData name="Sunbin Kim" userId="54d11c9c6284e2f4" providerId="LiveId" clId="{9543A2DF-DE45-4ADC-9B2B-BF754554D584}" dt="2024-11-18T00:31:24.972" v="1014" actId="1037"/>
          <ac:picMkLst>
            <pc:docMk/>
            <pc:sldMk cId="4243601228" sldId="377"/>
            <ac:picMk id="754" creationId="{B62D702E-1637-E6C2-D73C-DF14611AD709}"/>
          </ac:picMkLst>
        </pc:picChg>
        <pc:cxnChg chg="del">
          <ac:chgData name="Sunbin Kim" userId="54d11c9c6284e2f4" providerId="LiveId" clId="{9543A2DF-DE45-4ADC-9B2B-BF754554D584}" dt="2024-11-18T00:30:48.546" v="975" actId="478"/>
          <ac:cxnSpMkLst>
            <pc:docMk/>
            <pc:sldMk cId="4243601228" sldId="377"/>
            <ac:cxnSpMk id="9" creationId="{47E90AFD-2BA8-432D-9EFB-6E45099118A4}"/>
          </ac:cxnSpMkLst>
        </pc:cxnChg>
        <pc:cxnChg chg="del">
          <ac:chgData name="Sunbin Kim" userId="54d11c9c6284e2f4" providerId="LiveId" clId="{9543A2DF-DE45-4ADC-9B2B-BF754554D584}" dt="2024-11-18T00:30:48.546" v="975" actId="478"/>
          <ac:cxnSpMkLst>
            <pc:docMk/>
            <pc:sldMk cId="4243601228" sldId="377"/>
            <ac:cxnSpMk id="445" creationId="{4E7F6614-087E-2229-F7B8-17271F9DAE48}"/>
          </ac:cxnSpMkLst>
        </pc:cxnChg>
        <pc:cxnChg chg="del">
          <ac:chgData name="Sunbin Kim" userId="54d11c9c6284e2f4" providerId="LiveId" clId="{9543A2DF-DE45-4ADC-9B2B-BF754554D584}" dt="2024-11-18T00:30:48.546" v="975" actId="478"/>
          <ac:cxnSpMkLst>
            <pc:docMk/>
            <pc:sldMk cId="4243601228" sldId="377"/>
            <ac:cxnSpMk id="482" creationId="{81748492-55A7-3A8B-C1A0-48B1F2A5DF02}"/>
          </ac:cxnSpMkLst>
        </pc:cxnChg>
        <pc:cxnChg chg="del">
          <ac:chgData name="Sunbin Kim" userId="54d11c9c6284e2f4" providerId="LiveId" clId="{9543A2DF-DE45-4ADC-9B2B-BF754554D584}" dt="2024-11-18T00:30:48.546" v="975" actId="478"/>
          <ac:cxnSpMkLst>
            <pc:docMk/>
            <pc:sldMk cId="4243601228" sldId="377"/>
            <ac:cxnSpMk id="489" creationId="{08BB8266-2A33-BA1C-93A1-EDA7A444A092}"/>
          </ac:cxnSpMkLst>
        </pc:cxnChg>
        <pc:cxnChg chg="del">
          <ac:chgData name="Sunbin Kim" userId="54d11c9c6284e2f4" providerId="LiveId" clId="{9543A2DF-DE45-4ADC-9B2B-BF754554D584}" dt="2024-11-18T00:30:48.546" v="975" actId="478"/>
          <ac:cxnSpMkLst>
            <pc:docMk/>
            <pc:sldMk cId="4243601228" sldId="377"/>
            <ac:cxnSpMk id="525" creationId="{A7134D5E-E594-FACC-9BF6-0E4CE6FCD9DB}"/>
          </ac:cxnSpMkLst>
        </pc:cxnChg>
        <pc:cxnChg chg="add del mod">
          <ac:chgData name="Sunbin Kim" userId="54d11c9c6284e2f4" providerId="LiveId" clId="{9543A2DF-DE45-4ADC-9B2B-BF754554D584}" dt="2024-11-18T00:31:19.229" v="1009" actId="478"/>
          <ac:cxnSpMkLst>
            <pc:docMk/>
            <pc:sldMk cId="4243601228" sldId="377"/>
            <ac:cxnSpMk id="545" creationId="{09AAF8DD-04C6-4D65-952E-A1935020F72E}"/>
          </ac:cxnSpMkLst>
        </pc:cxnChg>
        <pc:cxnChg chg="add del mod">
          <ac:chgData name="Sunbin Kim" userId="54d11c9c6284e2f4" providerId="LiveId" clId="{9543A2DF-DE45-4ADC-9B2B-BF754554D584}" dt="2024-11-18T00:31:19.229" v="1009" actId="478"/>
          <ac:cxnSpMkLst>
            <pc:docMk/>
            <pc:sldMk cId="4243601228" sldId="377"/>
            <ac:cxnSpMk id="602" creationId="{09AAF8DD-04C6-4D65-952E-A1935020F72E}"/>
          </ac:cxnSpMkLst>
        </pc:cxnChg>
        <pc:cxnChg chg="add del mod">
          <ac:chgData name="Sunbin Kim" userId="54d11c9c6284e2f4" providerId="LiveId" clId="{9543A2DF-DE45-4ADC-9B2B-BF754554D584}" dt="2024-11-18T00:31:19.229" v="1009" actId="478"/>
          <ac:cxnSpMkLst>
            <pc:docMk/>
            <pc:sldMk cId="4243601228" sldId="377"/>
            <ac:cxnSpMk id="625" creationId="{09AAF8DD-04C6-4D65-952E-A1935020F72E}"/>
          </ac:cxnSpMkLst>
        </pc:cxnChg>
        <pc:cxnChg chg="add del mod">
          <ac:chgData name="Sunbin Kim" userId="54d11c9c6284e2f4" providerId="LiveId" clId="{9543A2DF-DE45-4ADC-9B2B-BF754554D584}" dt="2024-11-18T00:31:19.229" v="1009" actId="478"/>
          <ac:cxnSpMkLst>
            <pc:docMk/>
            <pc:sldMk cId="4243601228" sldId="377"/>
            <ac:cxnSpMk id="632" creationId="{09AAF8DD-04C6-4D65-952E-A1935020F72E}"/>
          </ac:cxnSpMkLst>
        </pc:cxnChg>
        <pc:cxnChg chg="add del mod">
          <ac:chgData name="Sunbin Kim" userId="54d11c9c6284e2f4" providerId="LiveId" clId="{9543A2DF-DE45-4ADC-9B2B-BF754554D584}" dt="2024-11-18T00:31:19.229" v="1009" actId="478"/>
          <ac:cxnSpMkLst>
            <pc:docMk/>
            <pc:sldMk cId="4243601228" sldId="377"/>
            <ac:cxnSpMk id="652" creationId="{09AAF8DD-04C6-4D65-952E-A1935020F72E}"/>
          </ac:cxnSpMkLst>
        </pc:cxnChg>
        <pc:cxnChg chg="add mod">
          <ac:chgData name="Sunbin Kim" userId="54d11c9c6284e2f4" providerId="LiveId" clId="{9543A2DF-DE45-4ADC-9B2B-BF754554D584}" dt="2024-11-18T00:31:02.858" v="1008" actId="1036"/>
          <ac:cxnSpMkLst>
            <pc:docMk/>
            <pc:sldMk cId="4243601228" sldId="377"/>
            <ac:cxnSpMk id="671" creationId="{09AAF8DD-04C6-4D65-952E-A1935020F72E}"/>
          </ac:cxnSpMkLst>
        </pc:cxnChg>
        <pc:cxnChg chg="add mod">
          <ac:chgData name="Sunbin Kim" userId="54d11c9c6284e2f4" providerId="LiveId" clId="{9543A2DF-DE45-4ADC-9B2B-BF754554D584}" dt="2024-11-18T00:31:24.972" v="1014" actId="1037"/>
          <ac:cxnSpMkLst>
            <pc:docMk/>
            <pc:sldMk cId="4243601228" sldId="377"/>
            <ac:cxnSpMk id="752" creationId="{96B2359A-1A21-B2B8-9787-77A1788A501F}"/>
          </ac:cxnSpMkLst>
        </pc:cxnChg>
        <pc:cxnChg chg="add mod">
          <ac:chgData name="Sunbin Kim" userId="54d11c9c6284e2f4" providerId="LiveId" clId="{9543A2DF-DE45-4ADC-9B2B-BF754554D584}" dt="2024-11-18T00:31:24.972" v="1014" actId="1037"/>
          <ac:cxnSpMkLst>
            <pc:docMk/>
            <pc:sldMk cId="4243601228" sldId="377"/>
            <ac:cxnSpMk id="859" creationId="{0D4CC72A-51E1-A5C8-B839-F5F5E83D839E}"/>
          </ac:cxnSpMkLst>
        </pc:cxnChg>
        <pc:cxnChg chg="add mod">
          <ac:chgData name="Sunbin Kim" userId="54d11c9c6284e2f4" providerId="LiveId" clId="{9543A2DF-DE45-4ADC-9B2B-BF754554D584}" dt="2024-11-18T00:31:24.972" v="1014" actId="1037"/>
          <ac:cxnSpMkLst>
            <pc:docMk/>
            <pc:sldMk cId="4243601228" sldId="377"/>
            <ac:cxnSpMk id="896" creationId="{1FA197BD-3899-4FAA-7455-FAADC942BF24}"/>
          </ac:cxnSpMkLst>
        </pc:cxnChg>
        <pc:cxnChg chg="add mod">
          <ac:chgData name="Sunbin Kim" userId="54d11c9c6284e2f4" providerId="LiveId" clId="{9543A2DF-DE45-4ADC-9B2B-BF754554D584}" dt="2024-11-18T00:31:24.972" v="1014" actId="1037"/>
          <ac:cxnSpMkLst>
            <pc:docMk/>
            <pc:sldMk cId="4243601228" sldId="377"/>
            <ac:cxnSpMk id="903" creationId="{D9FEAC1D-70FD-E19E-3242-385A51081E43}"/>
          </ac:cxnSpMkLst>
        </pc:cxnChg>
        <pc:cxnChg chg="mod">
          <ac:chgData name="Sunbin Kim" userId="54d11c9c6284e2f4" providerId="LiveId" clId="{9543A2DF-DE45-4ADC-9B2B-BF754554D584}" dt="2024-11-18T00:31:24.972" v="1014" actId="1037"/>
          <ac:cxnSpMkLst>
            <pc:docMk/>
            <pc:sldMk cId="4243601228" sldId="377"/>
            <ac:cxnSpMk id="910" creationId="{A98B4988-0E0B-7DD6-4A4B-428C96337211}"/>
          </ac:cxnSpMkLst>
        </pc:cxnChg>
        <pc:cxnChg chg="add mod">
          <ac:chgData name="Sunbin Kim" userId="54d11c9c6284e2f4" providerId="LiveId" clId="{9543A2DF-DE45-4ADC-9B2B-BF754554D584}" dt="2024-11-18T00:31:24.972" v="1014" actId="1037"/>
          <ac:cxnSpMkLst>
            <pc:docMk/>
            <pc:sldMk cId="4243601228" sldId="377"/>
            <ac:cxnSpMk id="939" creationId="{1370ABD2-6A00-A7AA-60D5-A510FF1C55C4}"/>
          </ac:cxnSpMkLst>
        </pc:cxnChg>
      </pc:sldChg>
      <pc:sldChg chg="addSp delSp modSp mod">
        <pc:chgData name="Sunbin Kim" userId="54d11c9c6284e2f4" providerId="LiveId" clId="{9543A2DF-DE45-4ADC-9B2B-BF754554D584}" dt="2024-11-18T02:01:00.519" v="2762"/>
        <pc:sldMkLst>
          <pc:docMk/>
          <pc:sldMk cId="1973682247" sldId="385"/>
        </pc:sldMkLst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2" creationId="{E3021262-D79C-0570-BE10-59B6C7B8AFC0}"/>
          </ac:spMkLst>
        </pc:spChg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4" creationId="{156DA074-1469-CCF1-7EBC-97509BECD616}"/>
          </ac:spMkLst>
        </pc:spChg>
        <pc:spChg chg="del">
          <ac:chgData name="Sunbin Kim" userId="54d11c9c6284e2f4" providerId="LiveId" clId="{9543A2DF-DE45-4ADC-9B2B-BF754554D584}" dt="2024-11-18T01:59:56.084" v="2761" actId="478"/>
          <ac:spMkLst>
            <pc:docMk/>
            <pc:sldMk cId="1973682247" sldId="385"/>
            <ac:spMk id="12" creationId="{925A0B16-AFBF-E63A-6EE5-B68D4A52A42A}"/>
          </ac:spMkLst>
        </pc:spChg>
        <pc:spChg chg="add del mod">
          <ac:chgData name="Sunbin Kim" userId="54d11c9c6284e2f4" providerId="LiveId" clId="{9543A2DF-DE45-4ADC-9B2B-BF754554D584}" dt="2024-11-18T01:59:54.089" v="2760" actId="478"/>
          <ac:spMkLst>
            <pc:docMk/>
            <pc:sldMk cId="1973682247" sldId="385"/>
            <ac:spMk id="13" creationId="{ABA1C738-9A95-14D5-88DE-DE11BD16CB57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14" creationId="{194896D0-BB0A-72FD-A051-01A63E6648F6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15" creationId="{784AEEE1-BCB0-55E7-D94C-5CD72D0E1397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16" creationId="{B09E97AF-BD80-1251-3037-3D99DA3C9E80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21" creationId="{8858AC9F-63B7-C416-E53C-6FD54DB2DDE1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25" creationId="{11B135BD-1E90-2707-6EF7-45302EF1778A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26" creationId="{4C5247C2-5F1E-0292-6847-144AF9695271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27" creationId="{6E2D7974-0A92-5094-7764-B8A134E0E185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28" creationId="{A94E4B8A-3E2A-9976-4074-91E61D098C5B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29" creationId="{FC7ACE97-EB9D-6E7A-A71C-05858C2F0A2E}"/>
          </ac:spMkLst>
        </pc:spChg>
        <pc:spChg chg="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36" creationId="{576BAA2E-BAF8-C021-046E-0691DCE15DB7}"/>
          </ac:spMkLst>
        </pc:spChg>
        <pc:spChg chg="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37" creationId="{7F94843C-1C98-8261-CFCC-3892A23B1BCB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40" creationId="{CB5E44C4-93B1-7B6C-CB4A-65E78FF08C46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41" creationId="{0C6F5646-0708-92C3-AEF4-5382525F1DD6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44" creationId="{856AD128-B9DF-A891-C79B-68E06C7D6CAD}"/>
          </ac:spMkLst>
        </pc:spChg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45" creationId="{30FE64F9-57BB-5CBE-60F5-C2700B2DAFEC}"/>
          </ac:spMkLst>
        </pc:spChg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46" creationId="{2B4262EB-4668-5AF3-5165-C30B1AB42DC3}"/>
          </ac:spMkLst>
        </pc:spChg>
        <pc:spChg chg="del mod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47" creationId="{5FA9F86B-D1CD-C23E-CC09-519669666D11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48" creationId="{00721BDF-AB45-FC05-C9A7-3DE1503E9B32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51" creationId="{A919475B-1EBA-E071-282F-DB6A91B71A5A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52" creationId="{8B34290E-3ABB-615B-B26A-ADB571563EC7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55" creationId="{EEEE6E3F-437E-9CBD-4B43-8D299B689645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59" creationId="{A8E85C40-6B65-02BA-CCF6-823F155AF54F}"/>
          </ac:spMkLst>
        </pc:spChg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62" creationId="{00000000-0000-0000-0000-000000000000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64" creationId="{2A2CD0CA-EEED-4E01-456E-7CBC280EB5DC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66" creationId="{C6F73164-6592-3C30-CBEC-A28748136B35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67" creationId="{0A70B562-C925-B445-0AE5-67AFDD868B17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69" creationId="{2570F711-249E-2E05-B6BC-25EC1184920F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70" creationId="{0986B252-6ADE-382E-A1D9-B10BE9780A87}"/>
          </ac:spMkLst>
        </pc:spChg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73" creationId="{0869A469-F229-B60A-2AB5-C421A5950DE1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74" creationId="{92C1C3E5-9387-EB26-9ADF-B1CC1D274D11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78" creationId="{E67EDBC2-32F3-C7C9-39EE-3ED26DC6F760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80" creationId="{9B1FA038-F724-AF94-C714-4C3E6BB0C29D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81" creationId="{DB9F588A-E1C7-18E8-BE52-8CE2BC814EC0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87" creationId="{86D67431-836E-3BB4-34BC-1BB845BD241C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90" creationId="{D1FB5A8F-73DA-E8A8-F7A4-1CAEB9EF5097}"/>
          </ac:spMkLst>
        </pc:spChg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96" creationId="{0869A469-F229-B60A-2AB5-C421A5950DE1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98" creationId="{C7E1D977-C371-8FD1-EC1F-2F8BA81925F0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100" creationId="{2A9D719F-E555-B92C-338D-BAD96E70B750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101" creationId="{DF49C76A-87B3-A807-781C-BD476ADD5A60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104" creationId="{03BF1CA5-9794-DCFF-C876-E0EDA0803300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107" creationId="{DDD02A56-C5D4-86B5-25A3-EA54D3D75057}"/>
          </ac:spMkLst>
        </pc:spChg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112" creationId="{00000000-0000-0000-0000-000000000000}"/>
          </ac:spMkLst>
        </pc:spChg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113" creationId="{00000000-0000-0000-0000-000000000000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115" creationId="{FEA16DAC-F5F2-6D84-1987-534E34ED95ED}"/>
          </ac:spMkLst>
        </pc:spChg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116" creationId="{0869A469-F229-B60A-2AB5-C421A5950DE1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117" creationId="{E4D8CBA2-F71B-4FA0-FD80-49EC062BBD54}"/>
          </ac:spMkLst>
        </pc:spChg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118" creationId="{2B4262EB-4668-5AF3-5165-C30B1AB42DC3}"/>
          </ac:spMkLst>
        </pc:spChg>
        <pc:spChg chg="del mod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119" creationId="{5FA9F86B-D1CD-C23E-CC09-519669666D11}"/>
          </ac:spMkLst>
        </pc:spChg>
        <pc:spChg chg="add mod">
          <ac:chgData name="Sunbin Kim" userId="54d11c9c6284e2f4" providerId="LiveId" clId="{9543A2DF-DE45-4ADC-9B2B-BF754554D584}" dt="2024-11-18T01:59:50.400" v="2758"/>
          <ac:spMkLst>
            <pc:docMk/>
            <pc:sldMk cId="1973682247" sldId="385"/>
            <ac:spMk id="120" creationId="{D0DD9788-0D48-E754-72C9-E21C8A00B244}"/>
          </ac:spMkLst>
        </pc:spChg>
        <pc:spChg chg="add mod">
          <ac:chgData name="Sunbin Kim" userId="54d11c9c6284e2f4" providerId="LiveId" clId="{9543A2DF-DE45-4ADC-9B2B-BF754554D584}" dt="2024-11-18T02:01:00.519" v="2762"/>
          <ac:spMkLst>
            <pc:docMk/>
            <pc:sldMk cId="1973682247" sldId="385"/>
            <ac:spMk id="122" creationId="{83408F94-A27C-69CD-368C-E1FF1C40A824}"/>
          </ac:spMkLst>
        </pc:spChg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125" creationId="{0869A469-F229-B60A-2AB5-C421A5950DE1}"/>
          </ac:spMkLst>
        </pc:spChg>
        <pc:spChg chg="del">
          <ac:chgData name="Sunbin Kim" userId="54d11c9c6284e2f4" providerId="LiveId" clId="{9543A2DF-DE45-4ADC-9B2B-BF754554D584}" dt="2024-11-18T01:59:50.146" v="2757" actId="478"/>
          <ac:spMkLst>
            <pc:docMk/>
            <pc:sldMk cId="1973682247" sldId="385"/>
            <ac:spMk id="126" creationId="{00000000-0000-0000-0000-000000000000}"/>
          </ac:spMkLst>
        </pc:spChg>
        <pc:grpChg chg="del">
          <ac:chgData name="Sunbin Kim" userId="54d11c9c6284e2f4" providerId="LiveId" clId="{9543A2DF-DE45-4ADC-9B2B-BF754554D584}" dt="2024-11-18T01:59:50.146" v="2757" actId="478"/>
          <ac:grpSpMkLst>
            <pc:docMk/>
            <pc:sldMk cId="1973682247" sldId="385"/>
            <ac:grpSpMk id="17" creationId="{807732EC-78FD-9439-BA1D-0B878A2600ED}"/>
          </ac:grpSpMkLst>
        </pc:grpChg>
        <pc:grpChg chg="del">
          <ac:chgData name="Sunbin Kim" userId="54d11c9c6284e2f4" providerId="LiveId" clId="{9543A2DF-DE45-4ADC-9B2B-BF754554D584}" dt="2024-11-18T01:59:50.146" v="2757" actId="478"/>
          <ac:grpSpMkLst>
            <pc:docMk/>
            <pc:sldMk cId="1973682247" sldId="385"/>
            <ac:grpSpMk id="18" creationId="{33501FCC-8A73-580D-5D60-37D380CA05BC}"/>
          </ac:grpSpMkLst>
        </pc:grpChg>
        <pc:grpChg chg="del">
          <ac:chgData name="Sunbin Kim" userId="54d11c9c6284e2f4" providerId="LiveId" clId="{9543A2DF-DE45-4ADC-9B2B-BF754554D584}" dt="2024-11-18T01:59:50.146" v="2757" actId="478"/>
          <ac:grpSpMkLst>
            <pc:docMk/>
            <pc:sldMk cId="1973682247" sldId="385"/>
            <ac:grpSpMk id="19" creationId="{734BB925-22A2-8C5C-30EE-C8E5C7238BF6}"/>
          </ac:grpSpMkLst>
        </pc:grpChg>
        <pc:grpChg chg="add mod">
          <ac:chgData name="Sunbin Kim" userId="54d11c9c6284e2f4" providerId="LiveId" clId="{9543A2DF-DE45-4ADC-9B2B-BF754554D584}" dt="2024-11-18T01:59:50.400" v="2758"/>
          <ac:grpSpMkLst>
            <pc:docMk/>
            <pc:sldMk cId="1973682247" sldId="385"/>
            <ac:grpSpMk id="31" creationId="{5DEB469A-0CE1-8B0E-17AA-70C91B02FAEC}"/>
          </ac:grpSpMkLst>
        </pc:grpChg>
        <pc:grpChg chg="del">
          <ac:chgData name="Sunbin Kim" userId="54d11c9c6284e2f4" providerId="LiveId" clId="{9543A2DF-DE45-4ADC-9B2B-BF754554D584}" dt="2024-11-18T01:59:50.146" v="2757" actId="478"/>
          <ac:grpSpMkLst>
            <pc:docMk/>
            <pc:sldMk cId="1973682247" sldId="385"/>
            <ac:grpSpMk id="33" creationId="{CF0B8AE2-AFA8-9261-B99B-7E5D2DF96CF5}"/>
          </ac:grpSpMkLst>
        </pc:grpChg>
        <pc:grpChg chg="del">
          <ac:chgData name="Sunbin Kim" userId="54d11c9c6284e2f4" providerId="LiveId" clId="{9543A2DF-DE45-4ADC-9B2B-BF754554D584}" dt="2024-11-18T01:59:50.146" v="2757" actId="478"/>
          <ac:grpSpMkLst>
            <pc:docMk/>
            <pc:sldMk cId="1973682247" sldId="385"/>
            <ac:grpSpMk id="56" creationId="{363F5547-C351-10FC-FCE5-6920C9E934B7}"/>
          </ac:grpSpMkLst>
        </pc:grpChg>
        <pc:grpChg chg="del">
          <ac:chgData name="Sunbin Kim" userId="54d11c9c6284e2f4" providerId="LiveId" clId="{9543A2DF-DE45-4ADC-9B2B-BF754554D584}" dt="2024-11-18T01:59:50.146" v="2757" actId="478"/>
          <ac:grpSpMkLst>
            <pc:docMk/>
            <pc:sldMk cId="1973682247" sldId="385"/>
            <ac:grpSpMk id="63" creationId="{00000000-0000-0000-0000-000000000000}"/>
          </ac:grpSpMkLst>
        </pc:grpChg>
        <pc:grpChg chg="del">
          <ac:chgData name="Sunbin Kim" userId="54d11c9c6284e2f4" providerId="LiveId" clId="{9543A2DF-DE45-4ADC-9B2B-BF754554D584}" dt="2024-11-18T01:59:50.146" v="2757" actId="478"/>
          <ac:grpSpMkLst>
            <pc:docMk/>
            <pc:sldMk cId="1973682247" sldId="385"/>
            <ac:grpSpMk id="72" creationId="{00000000-0000-0000-0000-000000000000}"/>
          </ac:grpSpMkLst>
        </pc:grpChg>
        <pc:grpChg chg="del">
          <ac:chgData name="Sunbin Kim" userId="54d11c9c6284e2f4" providerId="LiveId" clId="{9543A2DF-DE45-4ADC-9B2B-BF754554D584}" dt="2024-11-18T01:59:50.146" v="2757" actId="478"/>
          <ac:grpSpMkLst>
            <pc:docMk/>
            <pc:sldMk cId="1973682247" sldId="385"/>
            <ac:grpSpMk id="75" creationId="{00000000-0000-0000-0000-000000000000}"/>
          </ac:grpSpMkLst>
        </pc:grpChg>
        <pc:grpChg chg="del">
          <ac:chgData name="Sunbin Kim" userId="54d11c9c6284e2f4" providerId="LiveId" clId="{9543A2DF-DE45-4ADC-9B2B-BF754554D584}" dt="2024-11-18T01:59:50.146" v="2757" actId="478"/>
          <ac:grpSpMkLst>
            <pc:docMk/>
            <pc:sldMk cId="1973682247" sldId="385"/>
            <ac:grpSpMk id="94" creationId="{00000000-0000-0000-0000-000000000000}"/>
          </ac:grpSpMkLst>
        </pc:grpChg>
        <pc:grpChg chg="del">
          <ac:chgData name="Sunbin Kim" userId="54d11c9c6284e2f4" providerId="LiveId" clId="{9543A2DF-DE45-4ADC-9B2B-BF754554D584}" dt="2024-11-18T01:59:50.146" v="2757" actId="478"/>
          <ac:grpSpMkLst>
            <pc:docMk/>
            <pc:sldMk cId="1973682247" sldId="385"/>
            <ac:grpSpMk id="95" creationId="{00000000-0000-0000-0000-000000000000}"/>
          </ac:grpSpMkLst>
        </pc:grpChg>
        <pc:grpChg chg="del">
          <ac:chgData name="Sunbin Kim" userId="54d11c9c6284e2f4" providerId="LiveId" clId="{9543A2DF-DE45-4ADC-9B2B-BF754554D584}" dt="2024-11-18T01:59:50.146" v="2757" actId="478"/>
          <ac:grpSpMkLst>
            <pc:docMk/>
            <pc:sldMk cId="1973682247" sldId="385"/>
            <ac:grpSpMk id="102" creationId="{00000000-0000-0000-0000-000000000000}"/>
          </ac:grpSpMkLst>
        </pc:grpChg>
        <pc:grpChg chg="del">
          <ac:chgData name="Sunbin Kim" userId="54d11c9c6284e2f4" providerId="LiveId" clId="{9543A2DF-DE45-4ADC-9B2B-BF754554D584}" dt="2024-11-18T01:59:50.146" v="2757" actId="478"/>
          <ac:grpSpMkLst>
            <pc:docMk/>
            <pc:sldMk cId="1973682247" sldId="385"/>
            <ac:grpSpMk id="103" creationId="{00000000-0000-0000-0000-000000000000}"/>
          </ac:grpSpMkLst>
        </pc:grpChg>
        <pc:picChg chg="add mod">
          <ac:chgData name="Sunbin Kim" userId="54d11c9c6284e2f4" providerId="LiveId" clId="{9543A2DF-DE45-4ADC-9B2B-BF754554D584}" dt="2024-11-18T01:59:50.400" v="2758"/>
          <ac:picMkLst>
            <pc:docMk/>
            <pc:sldMk cId="1973682247" sldId="385"/>
            <ac:picMk id="42" creationId="{5B20FB28-C098-F224-E5A4-5471F0013385}"/>
          </ac:picMkLst>
        </pc:picChg>
        <pc:picChg chg="add mod">
          <ac:chgData name="Sunbin Kim" userId="54d11c9c6284e2f4" providerId="LiveId" clId="{9543A2DF-DE45-4ADC-9B2B-BF754554D584}" dt="2024-11-18T01:59:50.400" v="2758"/>
          <ac:picMkLst>
            <pc:docMk/>
            <pc:sldMk cId="1973682247" sldId="385"/>
            <ac:picMk id="53" creationId="{9019E26D-FAA5-C7D1-4DA4-B68AD49CF727}"/>
          </ac:picMkLst>
        </pc:picChg>
        <pc:picChg chg="add mod">
          <ac:chgData name="Sunbin Kim" userId="54d11c9c6284e2f4" providerId="LiveId" clId="{9543A2DF-DE45-4ADC-9B2B-BF754554D584}" dt="2024-11-18T01:59:50.400" v="2758"/>
          <ac:picMkLst>
            <pc:docMk/>
            <pc:sldMk cId="1973682247" sldId="385"/>
            <ac:picMk id="65" creationId="{42D0D9BA-925E-1071-669A-43FB79D3F585}"/>
          </ac:picMkLst>
        </pc:picChg>
        <pc:picChg chg="add mod">
          <ac:chgData name="Sunbin Kim" userId="54d11c9c6284e2f4" providerId="LiveId" clId="{9543A2DF-DE45-4ADC-9B2B-BF754554D584}" dt="2024-11-18T01:59:50.400" v="2758"/>
          <ac:picMkLst>
            <pc:docMk/>
            <pc:sldMk cId="1973682247" sldId="385"/>
            <ac:picMk id="68" creationId="{49399D1B-52DC-89B6-7945-89B96CABB002}"/>
          </ac:picMkLst>
        </pc:picChg>
        <pc:picChg chg="add mod">
          <ac:chgData name="Sunbin Kim" userId="54d11c9c6284e2f4" providerId="LiveId" clId="{9543A2DF-DE45-4ADC-9B2B-BF754554D584}" dt="2024-11-18T01:59:50.400" v="2758"/>
          <ac:picMkLst>
            <pc:docMk/>
            <pc:sldMk cId="1973682247" sldId="385"/>
            <ac:picMk id="71" creationId="{040120F0-F06A-062C-8EF9-EAD38AEC428C}"/>
          </ac:picMkLst>
        </pc:picChg>
        <pc:picChg chg="add mod">
          <ac:chgData name="Sunbin Kim" userId="54d11c9c6284e2f4" providerId="LiveId" clId="{9543A2DF-DE45-4ADC-9B2B-BF754554D584}" dt="2024-11-18T01:59:50.400" v="2758"/>
          <ac:picMkLst>
            <pc:docMk/>
            <pc:sldMk cId="1973682247" sldId="385"/>
            <ac:picMk id="79" creationId="{B7B8FBD5-2654-96B9-C734-13D7B8754AE2}"/>
          </ac:picMkLst>
        </pc:picChg>
        <pc:picChg chg="add mod">
          <ac:chgData name="Sunbin Kim" userId="54d11c9c6284e2f4" providerId="LiveId" clId="{9543A2DF-DE45-4ADC-9B2B-BF754554D584}" dt="2024-11-18T01:59:50.400" v="2758"/>
          <ac:picMkLst>
            <pc:docMk/>
            <pc:sldMk cId="1973682247" sldId="385"/>
            <ac:picMk id="89" creationId="{662DF90E-2912-148C-1BC2-00E2F2086F86}"/>
          </ac:picMkLst>
        </pc:picChg>
        <pc:picChg chg="del">
          <ac:chgData name="Sunbin Kim" userId="54d11c9c6284e2f4" providerId="LiveId" clId="{9543A2DF-DE45-4ADC-9B2B-BF754554D584}" dt="2024-11-18T01:59:50.146" v="2757" actId="478"/>
          <ac:picMkLst>
            <pc:docMk/>
            <pc:sldMk cId="1973682247" sldId="385"/>
            <ac:picMk id="105" creationId="{00000000-0000-0000-0000-000000000000}"/>
          </ac:picMkLst>
        </pc:picChg>
        <pc:picChg chg="del">
          <ac:chgData name="Sunbin Kim" userId="54d11c9c6284e2f4" providerId="LiveId" clId="{9543A2DF-DE45-4ADC-9B2B-BF754554D584}" dt="2024-11-18T01:59:50.146" v="2757" actId="478"/>
          <ac:picMkLst>
            <pc:docMk/>
            <pc:sldMk cId="1973682247" sldId="385"/>
            <ac:picMk id="106" creationId="{00000000-0000-0000-0000-000000000000}"/>
          </ac:picMkLst>
        </pc:picChg>
        <pc:picChg chg="add mod">
          <ac:chgData name="Sunbin Kim" userId="54d11c9c6284e2f4" providerId="LiveId" clId="{9543A2DF-DE45-4ADC-9B2B-BF754554D584}" dt="2024-11-18T01:59:50.400" v="2758"/>
          <ac:picMkLst>
            <pc:docMk/>
            <pc:sldMk cId="1973682247" sldId="385"/>
            <ac:picMk id="114" creationId="{2C31B432-ABE4-9E50-0974-44D7C70FA80F}"/>
          </ac:picMkLst>
        </pc:picChg>
        <pc:picChg chg="add mod">
          <ac:chgData name="Sunbin Kim" userId="54d11c9c6284e2f4" providerId="LiveId" clId="{9543A2DF-DE45-4ADC-9B2B-BF754554D584}" dt="2024-11-18T01:59:50.400" v="2758"/>
          <ac:picMkLst>
            <pc:docMk/>
            <pc:sldMk cId="1973682247" sldId="385"/>
            <ac:picMk id="121" creationId="{965FDAF4-FD05-FF75-3BF8-4C306DC5DC22}"/>
          </ac:picMkLst>
        </pc:picChg>
        <pc:cxnChg chg="del">
          <ac:chgData name="Sunbin Kim" userId="54d11c9c6284e2f4" providerId="LiveId" clId="{9543A2DF-DE45-4ADC-9B2B-BF754554D584}" dt="2024-11-18T01:59:50.146" v="2757" actId="478"/>
          <ac:cxnSpMkLst>
            <pc:docMk/>
            <pc:sldMk cId="1973682247" sldId="385"/>
            <ac:cxnSpMk id="11" creationId="{0CADC59A-CAA8-09A4-477C-7D6293BF4218}"/>
          </ac:cxnSpMkLst>
        </pc:cxnChg>
        <pc:cxnChg chg="add mod">
          <ac:chgData name="Sunbin Kim" userId="54d11c9c6284e2f4" providerId="LiveId" clId="{9543A2DF-DE45-4ADC-9B2B-BF754554D584}" dt="2024-11-18T01:59:50.400" v="2758"/>
          <ac:cxnSpMkLst>
            <pc:docMk/>
            <pc:sldMk cId="1973682247" sldId="385"/>
            <ac:cxnSpMk id="30" creationId="{A698F7CB-F5F2-7DD9-0394-EA7BB358198A}"/>
          </ac:cxnSpMkLst>
        </pc:cxnChg>
        <pc:cxnChg chg="add mod">
          <ac:chgData name="Sunbin Kim" userId="54d11c9c6284e2f4" providerId="LiveId" clId="{9543A2DF-DE45-4ADC-9B2B-BF754554D584}" dt="2024-11-18T01:59:50.400" v="2758"/>
          <ac:cxnSpMkLst>
            <pc:docMk/>
            <pc:sldMk cId="1973682247" sldId="385"/>
            <ac:cxnSpMk id="93" creationId="{F08BFDBE-F6A6-C879-5315-BB20DA9F878B}"/>
          </ac:cxnSpMkLst>
        </pc:cxnChg>
        <pc:cxnChg chg="add mod">
          <ac:chgData name="Sunbin Kim" userId="54d11c9c6284e2f4" providerId="LiveId" clId="{9543A2DF-DE45-4ADC-9B2B-BF754554D584}" dt="2024-11-18T01:59:50.400" v="2758"/>
          <ac:cxnSpMkLst>
            <pc:docMk/>
            <pc:sldMk cId="1973682247" sldId="385"/>
            <ac:cxnSpMk id="97" creationId="{F5FD9A9E-A766-751A-9632-CE12A3DACFF1}"/>
          </ac:cxnSpMkLst>
        </pc:cxnChg>
        <pc:cxnChg chg="del">
          <ac:chgData name="Sunbin Kim" userId="54d11c9c6284e2f4" providerId="LiveId" clId="{9543A2DF-DE45-4ADC-9B2B-BF754554D584}" dt="2024-11-18T01:59:50.146" v="2757" actId="478"/>
          <ac:cxnSpMkLst>
            <pc:docMk/>
            <pc:sldMk cId="1973682247" sldId="385"/>
            <ac:cxnSpMk id="110" creationId="{918A9ACC-4B7B-7C57-F23E-D2F58DE9823E}"/>
          </ac:cxnSpMkLst>
        </pc:cxnChg>
        <pc:cxnChg chg="del">
          <ac:chgData name="Sunbin Kim" userId="54d11c9c6284e2f4" providerId="LiveId" clId="{9543A2DF-DE45-4ADC-9B2B-BF754554D584}" dt="2024-11-18T01:59:50.146" v="2757" actId="478"/>
          <ac:cxnSpMkLst>
            <pc:docMk/>
            <pc:sldMk cId="1973682247" sldId="385"/>
            <ac:cxnSpMk id="111" creationId="{918A9ACC-4B7B-7C57-F23E-D2F58DE9823E}"/>
          </ac:cxnSpMkLst>
        </pc:cxnChg>
      </pc:sldChg>
      <pc:sldChg chg="del">
        <pc:chgData name="Sunbin Kim" userId="54d11c9c6284e2f4" providerId="LiveId" clId="{9543A2DF-DE45-4ADC-9B2B-BF754554D584}" dt="2024-11-18T01:18:51.746" v="2640" actId="47"/>
        <pc:sldMkLst>
          <pc:docMk/>
          <pc:sldMk cId="2558148501" sldId="386"/>
        </pc:sldMkLst>
      </pc:sldChg>
      <pc:sldChg chg="del">
        <pc:chgData name="Sunbin Kim" userId="54d11c9c6284e2f4" providerId="LiveId" clId="{9543A2DF-DE45-4ADC-9B2B-BF754554D584}" dt="2024-11-18T01:18:51.746" v="2640" actId="47"/>
        <pc:sldMkLst>
          <pc:docMk/>
          <pc:sldMk cId="1087977919" sldId="387"/>
        </pc:sldMkLst>
      </pc:sldChg>
      <pc:sldChg chg="del">
        <pc:chgData name="Sunbin Kim" userId="54d11c9c6284e2f4" providerId="LiveId" clId="{9543A2DF-DE45-4ADC-9B2B-BF754554D584}" dt="2024-11-18T01:18:51.746" v="2640" actId="47"/>
        <pc:sldMkLst>
          <pc:docMk/>
          <pc:sldMk cId="372757352" sldId="388"/>
        </pc:sldMkLst>
      </pc:sldChg>
      <pc:sldChg chg="del">
        <pc:chgData name="Sunbin Kim" userId="54d11c9c6284e2f4" providerId="LiveId" clId="{9543A2DF-DE45-4ADC-9B2B-BF754554D584}" dt="2024-11-18T01:18:51.746" v="2640" actId="47"/>
        <pc:sldMkLst>
          <pc:docMk/>
          <pc:sldMk cId="2392303783" sldId="389"/>
        </pc:sldMkLst>
      </pc:sldChg>
      <pc:sldChg chg="addSp delSp modSp mod">
        <pc:chgData name="Sunbin Kim" userId="54d11c9c6284e2f4" providerId="LiveId" clId="{9543A2DF-DE45-4ADC-9B2B-BF754554D584}" dt="2024-11-18T01:19:54.926" v="2650" actId="21"/>
        <pc:sldMkLst>
          <pc:docMk/>
          <pc:sldMk cId="1442247430" sldId="390"/>
        </pc:sldMkLst>
        <pc:spChg chg="add del mod">
          <ac:chgData name="Sunbin Kim" userId="54d11c9c6284e2f4" providerId="LiveId" clId="{9543A2DF-DE45-4ADC-9B2B-BF754554D584}" dt="2024-11-18T01:19:54.926" v="2650" actId="21"/>
          <ac:spMkLst>
            <pc:docMk/>
            <pc:sldMk cId="1442247430" sldId="390"/>
            <ac:spMk id="4" creationId="{ED6E7324-0FAC-906E-B530-732507AF10F7}"/>
          </ac:spMkLst>
        </pc:spChg>
      </pc:sldChg>
      <pc:sldChg chg="add">
        <pc:chgData name="Sunbin Kim" userId="54d11c9c6284e2f4" providerId="LiveId" clId="{9543A2DF-DE45-4ADC-9B2B-BF754554D584}" dt="2024-11-18T00:13:14.082" v="9"/>
        <pc:sldMkLst>
          <pc:docMk/>
          <pc:sldMk cId="3092813182" sldId="395"/>
        </pc:sldMkLst>
      </pc:sldChg>
    </pc:docChg>
  </pc:docChgLst>
  <pc:docChgLst>
    <pc:chgData name="Sunbin Kim" userId="54d11c9c6284e2f4" providerId="LiveId" clId="{C6AC48D2-569F-4046-A812-EBF704DD9987}"/>
    <pc:docChg chg="undo redo custSel addSld delSld modSld sldOrd modMainMaster addSection delSection modSection">
      <pc:chgData name="Sunbin Kim" userId="54d11c9c6284e2f4" providerId="LiveId" clId="{C6AC48D2-569F-4046-A812-EBF704DD9987}" dt="2024-11-13T01:47:18.141" v="27318" actId="20577"/>
      <pc:docMkLst>
        <pc:docMk/>
      </pc:docMkLst>
      <pc:sldChg chg="modSp del mod">
        <pc:chgData name="Sunbin Kim" userId="54d11c9c6284e2f4" providerId="LiveId" clId="{C6AC48D2-569F-4046-A812-EBF704DD9987}" dt="2024-11-11T07:54:50.614" v="19399" actId="47"/>
        <pc:sldMkLst>
          <pc:docMk/>
          <pc:sldMk cId="913144287" sldId="256"/>
        </pc:sldMkLst>
      </pc:sldChg>
      <pc:sldChg chg="addSp modSp mod">
        <pc:chgData name="Sunbin Kim" userId="54d11c9c6284e2f4" providerId="LiveId" clId="{C6AC48D2-569F-4046-A812-EBF704DD9987}" dt="2024-11-06T00:31:15.447" v="108" actId="20577"/>
        <pc:sldMkLst>
          <pc:docMk/>
          <pc:sldMk cId="2195936699" sldId="257"/>
        </pc:sldMkLst>
      </pc:sldChg>
      <pc:sldChg chg="del">
        <pc:chgData name="Sunbin Kim" userId="54d11c9c6284e2f4" providerId="LiveId" clId="{C6AC48D2-569F-4046-A812-EBF704DD9987}" dt="2024-11-11T07:54:53.017" v="19400" actId="47"/>
        <pc:sldMkLst>
          <pc:docMk/>
          <pc:sldMk cId="4003781750" sldId="258"/>
        </pc:sldMkLst>
      </pc:sldChg>
      <pc:sldChg chg="modSp mod ord">
        <pc:chgData name="Sunbin Kim" userId="54d11c9c6284e2f4" providerId="LiveId" clId="{C6AC48D2-569F-4046-A812-EBF704DD9987}" dt="2024-11-11T07:55:49.017" v="19407"/>
        <pc:sldMkLst>
          <pc:docMk/>
          <pc:sldMk cId="302354025" sldId="275"/>
        </pc:sldMkLst>
      </pc:sldChg>
      <pc:sldChg chg="del">
        <pc:chgData name="Sunbin Kim" userId="54d11c9c6284e2f4" providerId="LiveId" clId="{C6AC48D2-569F-4046-A812-EBF704DD9987}" dt="2024-11-11T07:39:14.349" v="18453" actId="47"/>
        <pc:sldMkLst>
          <pc:docMk/>
          <pc:sldMk cId="2756699506" sldId="276"/>
        </pc:sldMkLst>
      </pc:sldChg>
      <pc:sldChg chg="del">
        <pc:chgData name="Sunbin Kim" userId="54d11c9c6284e2f4" providerId="LiveId" clId="{C6AC48D2-569F-4046-A812-EBF704DD9987}" dt="2024-11-11T07:39:14.349" v="18453" actId="47"/>
        <pc:sldMkLst>
          <pc:docMk/>
          <pc:sldMk cId="3735355324" sldId="277"/>
        </pc:sldMkLst>
      </pc:sldChg>
      <pc:sldChg chg="del">
        <pc:chgData name="Sunbin Kim" userId="54d11c9c6284e2f4" providerId="LiveId" clId="{C6AC48D2-569F-4046-A812-EBF704DD9987}" dt="2024-11-11T05:45:35.314" v="13474" actId="2696"/>
        <pc:sldMkLst>
          <pc:docMk/>
          <pc:sldMk cId="345505448" sldId="278"/>
        </pc:sldMkLst>
      </pc:sldChg>
      <pc:sldChg chg="addSp delSp modSp add mod">
        <pc:chgData name="Sunbin Kim" userId="54d11c9c6284e2f4" providerId="LiveId" clId="{C6AC48D2-569F-4046-A812-EBF704DD9987}" dt="2024-11-11T07:40:34.922" v="18492" actId="1035"/>
        <pc:sldMkLst>
          <pc:docMk/>
          <pc:sldMk cId="3845165353" sldId="278"/>
        </pc:sldMkLst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4" creationId="{1671ECC6-0BCB-41D8-4ED3-3831BDEF283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5" creationId="{9A695924-9260-DECD-6201-9FA5EE30C2EA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6" creationId="{962D9CB4-AC3E-220B-6584-24B58F4273A2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8" creationId="{232D9972-E80A-F8E8-0FD2-F53557E57B1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9" creationId="{468CF62F-1B52-1BAC-4C79-1D5B10F5D144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0" creationId="{3E24FA8E-BA54-5BD1-3055-3D96BF01818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1" creationId="{D62F972C-F07C-86F0-9FE9-894654D98FF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4" creationId="{60D96634-CED2-8D61-8A9A-09AF293A2AB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5" creationId="{D7D2A96F-F03E-4828-F855-B6E48DE8B49E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6" creationId="{E1B313C6-E5F0-B268-2A2F-8659B06EB79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8" creationId="{5F6AF1CE-A6FC-9F78-E275-8FF2BEAB2C3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9" creationId="{0D5C1742-8003-D24D-3AB3-F196360FA23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0" creationId="{22D4B785-2089-FE39-52D9-76A3321F24A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2" creationId="{676B0D89-4DD1-DD94-8CAE-9331074FCD8A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8" creationId="{9E916625-A152-5806-1B20-F41DE331EE0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41" creationId="{FB1FB68F-0429-D118-0E5D-7F72C957307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42" creationId="{4FD1969C-B89E-8496-CB40-BE606E22E987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47" creationId="{743F37F8-98FD-253A-66A3-BE51C70D83F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48" creationId="{DE934624-0295-7D18-2AE9-D417C428467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49" creationId="{D09C6CF8-B4D5-6C5F-A0AF-FAFBFA33E074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51" creationId="{62011847-2CEA-50A7-6EBA-9C243A150E5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52" creationId="{04EE76DD-4AA0-F45C-03D8-B9FDCDA70A9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53" creationId="{32FFE945-CBF8-470C-E4B7-1A2383F910D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56" creationId="{5E99009B-98D0-2651-DB73-F2CE9C5619FE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66" creationId="{F5151454-0387-63EF-A792-14ED2AB64A17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67" creationId="{D512096C-BA47-EC43-B2C7-A4B310228A0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68" creationId="{1DDD3616-6417-E13B-7AD6-61F9ABCFD96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69" creationId="{A95FAA15-FAF1-1067-A116-A09CADD97AC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70" creationId="{085DE79B-5DA4-04A8-6E14-D94BD94D697D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71" creationId="{A3E56F0A-7730-3AD8-1DBD-9BA61BF60F3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79" creationId="{B4FD8274-8137-1088-9906-9023C104BD0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98" creationId="{B20DDAD1-FBA6-2C29-BD4D-2B9BE73D6E87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99" creationId="{5F33D732-BA15-E758-1896-2EBFFB86DCF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00" creationId="{DC90B598-6E8F-934D-8BB8-0A17D892A192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02" creationId="{C5777FD2-6EEF-2E85-68DA-9E87DEF75A9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06" creationId="{CB7E1B52-2B8C-034D-38D6-0E8D9DF8CDA4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07" creationId="{0FC0F926-6E0E-A7FB-BD8C-98B0B6AD792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08" creationId="{3D356CC1-2EF7-C327-6E93-DAEB422B9A7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11" creationId="{19BA8F1D-9153-0545-F596-275A36F4006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14" creationId="{7646C1A4-CD2B-8F04-6003-28E0590ADC3D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15" creationId="{F6409C31-A978-46D1-B5B1-29790CD1A3EA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17" creationId="{C30927B6-5514-31C0-36DD-18E603D3DE0A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20" creationId="{85BDF26D-3CF1-20B4-4923-D01F8426715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22" creationId="{7CDF5DBE-ECF5-D94A-2909-F67DEDBA566C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26" creationId="{4D96EC86-3AAF-7B97-F6B6-F501C1230AE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39" creationId="{8F80AD52-F237-7BEA-6292-4180DF9FF30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40" creationId="{ED300F12-EDA0-2718-11CD-05E258E03B2E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41" creationId="{1BD50F7B-E2CC-0D09-E2B5-4430E4677FCC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42" creationId="{C660BE15-6D3B-82C0-D8A0-21D1B096FEFC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43" creationId="{91ABFBF8-0711-46A7-F406-E0D695571EDE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44" creationId="{9A3A9591-49C2-F566-8B1B-8E39B9C6174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53" creationId="{6F96321E-A990-77D9-C8FF-C8B75A3D620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59" creationId="{0BA24B1D-4430-7F91-20FE-7D039BB45515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80" creationId="{22333B60-B84F-6472-68FC-E65371DC542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83" creationId="{AE7A5463-C02B-CFB7-3679-41D7DE635D67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84" creationId="{0537A01D-53B7-1EBA-15BF-056A8FBD8F55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87" creationId="{672D2C54-5C65-5CC9-D54E-981C5283A76E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96" creationId="{19618F69-EFC4-5B11-76E3-360618BB7CA2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199" creationId="{B94E1019-6048-7415-AF0A-232DBEA58E8E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00" creationId="{ABDE3B6C-9845-F788-E022-4A088CFAC9C2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03" creationId="{EAD5C611-9756-DF43-ADC3-FFA2A4A0DF7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13" creationId="{66D1FB2C-E8FB-9D5D-02BF-A75157E55B5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14" creationId="{0774251C-2ADE-64F5-AABA-F863B0D0749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17" creationId="{FA9E3FDA-50DE-5907-ED54-DE45E2B63E7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36" creationId="{98D3CFB4-0A8D-3214-D065-9765D7EE5C55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37" creationId="{3FA18840-EFE3-B4EC-614B-B95A5D38BF75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38" creationId="{0670BC38-1034-3538-47FB-1FD4B147C69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39" creationId="{B01DB4CD-9A1D-0ACE-CE31-D3716C4B619E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40" creationId="{B4CA6120-4927-B268-6E0D-E63D3670364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41" creationId="{5D8CAE12-753C-81E7-9F3E-C088A275B4E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42" creationId="{B8F27969-0D97-DD2A-C244-B1D01A3C4305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43" creationId="{1A38A81C-F3BD-889F-5E69-B92E68E850C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44" creationId="{550D3251-1781-16B6-486B-4B178601FD9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45" creationId="{B2B855FD-E662-1B32-26B4-1F409BF08967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46" creationId="{B9BEA3C5-0EAD-9AA6-74A9-2A9706F0143A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47" creationId="{85C9648E-38C9-A4D5-2292-5CB7B7F6539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48" creationId="{7F8B7D90-AC2D-E572-32F1-0F1D2BAE838E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49" creationId="{3BC0D90B-056E-9072-B212-334B7016EFF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50" creationId="{80BBDBEF-2A56-7E90-DF3B-EFE2836F647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51" creationId="{32F1A5EB-95D9-EB21-E1AD-5941C72D0E8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52" creationId="{ADC4EAF1-ECC7-B712-F996-49270248600D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53" creationId="{C934561D-032C-0C7C-9A00-9EEAC9F9561E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54" creationId="{A9637306-2B60-432E-AC80-34B6DA86B854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55" creationId="{863F1639-2E0F-EA52-AB8E-B50755259532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56" creationId="{1DDCA304-38C0-43F0-A320-5C13CF6426B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57" creationId="{AAD10174-9F7F-A9AA-23D3-3CF1E1174515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58" creationId="{51087EFE-3735-F38E-1C58-EB9E9F92BE4A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59" creationId="{654A7717-014E-37FA-127F-CA17F575564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60" creationId="{6FE4C507-EA81-CEC5-2250-409E1AEE3F3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62" creationId="{CA87F714-D7DE-BD9D-B108-E94B6BB44964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63" creationId="{E48CF72B-E85A-6D55-AA40-FFEAFA4E3DDD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64" creationId="{43331908-B331-55B2-0482-56FEA28B00F2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65" creationId="{80BE7DB4-56F5-2FE9-AD96-6490982D5CC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66" creationId="{E5262D1D-F584-06A7-8C28-70AB5894ACAF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67" creationId="{094C733A-4F9C-5534-C6A5-2E391FE1F435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68" creationId="{6A722381-1487-753D-6EBE-7BDE1C86CB7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69" creationId="{8BA497BC-98B6-BB56-3123-CC342A33C88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70" creationId="{D51D5B83-E4B3-3E94-B461-663F05EAC2B5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71" creationId="{250EAAAD-B918-4185-0233-3C70F371B247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72" creationId="{120F8F8E-E9C2-9702-2C70-DE3A138A995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73" creationId="{BA5857A7-7579-949E-D807-5164DEE1956F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74" creationId="{62C51EFE-1043-F78D-1C87-38E450113862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75" creationId="{EA5721AD-2E14-BB25-6CCA-6E47630CB55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76" creationId="{78B59216-16DF-1E59-A6A0-668040B0F76C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77" creationId="{D63C9BB5-7133-DDBD-2E7C-6B44C68F2D61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78" creationId="{D5037D01-CAEE-BF7D-0B8C-49A63351894F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79" creationId="{DB3EC4BC-11D6-A5A6-C2FB-7011103EE8BE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80" creationId="{BA1D4441-9A70-FFD6-488D-09930D8966A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81" creationId="{53DC18DD-46BC-AE63-715F-84DED760ABD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82" creationId="{E4720838-59BF-584A-5F3C-E45C04ED51B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83" creationId="{4031D51C-AED2-5A4D-F4C0-1285127E54D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84" creationId="{AF2FE1BD-323B-F4FC-344C-3312BF6C208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85" creationId="{DAEB9718-9138-BB69-C1E7-41B69571193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86" creationId="{7B79FF09-0837-EE63-F759-B1A05EA046FA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87" creationId="{9F1A4674-081D-79CD-2D65-5F001AD6A80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88" creationId="{75BC893E-596C-0DA1-D2CB-6E95FBECA9A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95" creationId="{4FBBFD49-BF35-084C-E756-DE901AB4030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96" creationId="{028AB087-CBFD-0D76-DB4D-A7749162C37F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98" creationId="{583BB338-8A00-A162-C220-D4BF466FE2A7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299" creationId="{4A8BD60D-E346-7427-3B5B-EC9564D042E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00" creationId="{FB411002-EC0E-F693-D507-E1782495A1AD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01" creationId="{D1EAD819-E9AD-571D-6743-7449AC7AE1F4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02" creationId="{7E9E0C5E-7BDC-4E10-C150-7B0E0C860EF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03" creationId="{3C3CC66B-A4AF-858E-8A74-85065C2896CF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04" creationId="{8F28862B-9DE3-E4C6-1DC3-82541EE2598C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05" creationId="{3AD710A0-1EEA-AE8C-38F9-9D9D6EBC7417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06" creationId="{E55CD423-12DC-CE61-1E97-C1DACCBA5B97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07" creationId="{A5D1256F-46DC-E6DE-5DA3-D8F2DF060927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08" creationId="{5877C9B4-3979-552C-19AE-7E36C411823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09" creationId="{5EACC4DB-8282-345C-1649-595C6BB7482D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10" creationId="{DAEEB3C9-2236-C474-D52F-26D2A1DE7014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11" creationId="{B7CC3956-09AB-21E0-8ED9-E8590C168AA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12" creationId="{C1888534-C932-0628-C501-4CCE8DF7E53E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13" creationId="{022CC2BE-F888-8F16-ADAC-8A8961EBDE0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14" creationId="{757F1D51-CE2D-9CD4-776E-8ABEE03DBB72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15" creationId="{62575547-0280-31EC-E5B9-FBB80353801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16" creationId="{5B2A6FD7-5321-34E4-5DF6-8232ECB08877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17" creationId="{E423442A-A461-C088-335D-E1A43825FD9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18" creationId="{D5B4D626-C83D-A01D-DC23-F955AE7A285F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19" creationId="{00252631-F5B4-175B-8DF8-507B15F1BCEE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20" creationId="{1F0AA4EE-FE58-E15B-5BA0-D07F982B4E02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21" creationId="{9F853F26-AF91-8062-DF36-2BE6165E702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22" creationId="{873B82E1-929C-8582-47F2-500AE7B9074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24" creationId="{3D9A4CA0-3251-D059-7518-B95E9805597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25" creationId="{C4F9BCFC-6350-31EA-4969-9CF436F85E6F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26" creationId="{49849DC3-308C-0282-1158-48529D89F43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27" creationId="{69E3BBFC-EB3D-2131-E638-D581D06EBAB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28" creationId="{1F215AA0-6C7B-6C1E-5794-9DADD345BE9F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29" creationId="{28527901-1823-4AAD-2A0D-04CCF3C7D989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30" creationId="{B5FF72A8-598E-A819-9DBD-BDA0C98DCF9A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31" creationId="{07919E5A-3FD5-5B6F-4BDD-230428957AE4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32" creationId="{A794127F-AEAF-EC98-647A-B88343292D47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33" creationId="{D5021C65-0725-B370-0616-F98EC47C05AF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34" creationId="{02A912EC-6E73-935C-B6FF-7F071655D955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35" creationId="{AD75B46A-7325-2F54-FDDA-4C97DFD2F3F0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36" creationId="{54647BD9-CAFA-4FC1-2B6B-DB25D89B9C0A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37" creationId="{ED7B1F3B-5A4E-9140-0CB5-60D7E629ECF3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38" creationId="{A8B09063-7548-A566-E6D0-114EAB1EEE8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39" creationId="{7591DB30-B8CD-0D70-E951-26D60F483CF4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40" creationId="{4B03AFD9-21BD-17A8-1867-52DF9F79E212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41" creationId="{F63C4E93-195B-4187-26C0-342B76B6680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42" creationId="{5DED9E51-B2E6-E325-828F-685F352F7222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43" creationId="{178FECE0-3875-5ACF-390C-63EC563F9F8F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44" creationId="{5E99231E-BED1-FCE5-BB06-8D21ACF3B03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45" creationId="{2EA1EE90-4EA6-4335-4123-1DC5C95CEA2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46" creationId="{B15DD925-DCF5-A7EB-0734-18DAF8447638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47" creationId="{6DA183BA-296D-98F5-4434-E69A92C827D4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48" creationId="{C01935DC-2330-14F4-DB82-DC32CC803401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49" creationId="{A9B2B5B5-736E-E97C-4955-1E39CB533CFF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50" creationId="{CB453C1E-0B71-DBE7-D82E-EECD464B0CEB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51" creationId="{8D655F7C-4818-A2C8-A604-870D67D90A02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52" creationId="{953FD52F-2B78-3E1D-3EA6-C091F516E496}"/>
          </ac:spMkLst>
        </pc:spChg>
        <pc:spChg chg="mod">
          <ac:chgData name="Sunbin Kim" userId="54d11c9c6284e2f4" providerId="LiveId" clId="{C6AC48D2-569F-4046-A812-EBF704DD9987}" dt="2024-11-11T07:40:34.922" v="18492" actId="1035"/>
          <ac:spMkLst>
            <pc:docMk/>
            <pc:sldMk cId="3845165353" sldId="278"/>
            <ac:spMk id="353" creationId="{D6D3E53A-0CA2-4274-BB53-91A3E76895EF}"/>
          </ac:spMkLst>
        </pc:spChg>
        <pc:grpChg chg="add 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3" creationId="{AC9EC7C4-B7D0-4097-0721-A332B2EB78B4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33" creationId="{ACA5C8D1-63D9-F349-9333-626B9A3FE434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34" creationId="{F2F16D2B-9C63-021D-7B1F-6CEF686462E4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35" creationId="{2739B561-615F-D686-8750-3FFC1BCCE1D7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44" creationId="{8B23FB92-8C9A-A265-3AD4-562301F7D994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46" creationId="{C5054053-173F-D297-71F1-B530A8AD84B7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50" creationId="{C0C2F974-F460-3160-9356-B5B7C8FC080F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63" creationId="{F6635C6C-E505-DE6F-75C5-3796E64281F3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74" creationId="{F567F059-36F5-334A-D04D-EA8E1418F832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75" creationId="{E0187435-9613-4ABA-7376-7160F7C17F38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76" creationId="{439DEBB9-40F0-D1BA-D381-C47C4AA3C354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82" creationId="{ADAFCA86-B15C-A5EB-EA32-50AA3CABD5DF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83" creationId="{6BFB474C-7345-A8C3-3119-3143123086C5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90" creationId="{5D1200F9-ABB4-37AE-3697-FE3A96B2F162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91" creationId="{E144CC74-F522-6205-D7F3-C2146A999E48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92" creationId="{2C1F6A5C-D1B8-A86F-6B4E-D5651E7696EE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93" creationId="{176205E9-A7C2-13BA-5563-9D79031552A7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94" creationId="{50AF7914-86CA-B002-E5DC-0D906F531082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04" creationId="{61147C0C-F855-5B78-0576-C0383BF31005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10" creationId="{581FE057-4CCF-E3E7-6D73-902908F838C2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12" creationId="{236189CF-76B7-D356-6D8E-812F7CF14777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19" creationId="{0E4487BA-AEFE-D2D2-CCB5-36CED87D202E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21" creationId="{F3DDAB39-9FB9-0A5A-00C5-313B470C8BC1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27" creationId="{B62C29AC-4774-8849-0FF9-9C5130CAB7A8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47" creationId="{463DCE10-8C20-B25F-3C40-C7D2B9F528AB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48" creationId="{8928154F-F8E3-CB22-6489-BCECA6AFE67A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49" creationId="{CC697792-619B-0ECF-A499-E07F164936B1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50" creationId="{AE2309C5-17BC-5825-93AD-B2C4C8281738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51" creationId="{50375FEE-9990-D80C-4421-488DFBDBC494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52" creationId="{90E97198-EECA-1937-2B34-421AE1073F8E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54" creationId="{CEA6AA49-75EB-6131-629B-ADD660F66ECC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60" creationId="{116B1875-BD3C-4A7D-11D2-1D04313A2F9E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82" creationId="{F4DAE49E-ADC9-A00D-60CB-DDA03416E1A3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85" creationId="{139E3D04-915D-71CD-76DB-D13C90AD3AFC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86" creationId="{03143A45-C500-FE02-6843-996D63376926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88" creationId="{152842AB-9113-82DB-DC32-12C6A525D249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198" creationId="{9E1366B7-14A7-F2E3-F1A3-28C3FA09317B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201" creationId="{B73EAC36-1C75-280C-3D1D-A84A816332A5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202" creationId="{B39195DB-56A4-BB27-0341-729A31C50EED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204" creationId="{82BAD0F4-5636-D74A-FB3B-A56D4FD7A970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212" creationId="{C62A0456-4A53-207E-31D6-6C7A65C14933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215" creationId="{DD6CDEF8-5D7B-7483-BD7E-A4032742AF35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216" creationId="{B0E1A8C9-FA4F-1A27-328F-794D53328268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218" creationId="{5E15D8B6-C89B-5CCD-E678-EBC96C3FC944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235" creationId="{C89738E2-F7A6-B135-BF72-98EFD9AF76BD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261" creationId="{8D841B79-1EBB-FB78-6AE8-1F5BFEDDFB32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297" creationId="{A58099D9-8A37-6328-8698-F5C464B257CE}"/>
          </ac:grpSpMkLst>
        </pc:grpChg>
        <pc:grpChg chg="mod">
          <ac:chgData name="Sunbin Kim" userId="54d11c9c6284e2f4" providerId="LiveId" clId="{C6AC48D2-569F-4046-A812-EBF704DD9987}" dt="2024-11-11T07:40:34.922" v="18492" actId="1035"/>
          <ac:grpSpMkLst>
            <pc:docMk/>
            <pc:sldMk cId="3845165353" sldId="278"/>
            <ac:grpSpMk id="323" creationId="{01B97967-634C-F7F4-1708-CE2FA7C590E1}"/>
          </ac:grpSpMkLst>
        </pc:grp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2" creationId="{DE210CC4-A3D6-9F7B-A1C1-3309FEFC4067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3" creationId="{A41EF390-8148-A440-1722-D8C9BBE69AE2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4" creationId="{E2510595-76BE-FA31-47E5-EE1075D220F0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5" creationId="{973B49FE-3901-2462-4A19-4A5B442F9013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9" creationId="{DBF6266B-752E-61D1-3004-9FE1FF3BA155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36" creationId="{E7A4623E-DD92-B219-D005-488884A4D633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57" creationId="{97218C5F-3984-F3C0-7629-BE22E7180385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58" creationId="{B823367D-2B3F-03C2-E576-0B7082F455BA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59" creationId="{EF8CA00C-5321-6A59-975B-1493F58510F5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60" creationId="{F49BDBF5-455D-C6F4-AF18-120BB3E68608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61" creationId="{62CCE2FA-4FB6-A0E0-4C6A-A8EE23E93EB8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62" creationId="{7B27E54F-23D7-4C1B-D61F-370C51B9DAD5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77" creationId="{6F9752A6-957E-DD13-342E-2FCF705CE226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85" creationId="{59538349-95FE-9E8F-7137-ED8F04074CFC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88" creationId="{5FA85874-3527-D4E3-D915-9087D0E8EDA4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89" creationId="{1E859F2A-BD77-D66B-EB51-62FCCD9CA961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95" creationId="{3F1B7CEA-5F92-2068-0420-42B4B8754BFA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96" creationId="{377C9677-A267-B66B-2CD0-0D3C603B2A16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97" creationId="{2C2C76DB-CE54-3F2A-BB78-27C6067A088A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03" creationId="{BDFAC45A-C289-ECC0-74EF-BE2EBD6DA77D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24" creationId="{1E85BE2F-94B2-E618-980C-6378C53CE477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28" creationId="{48C87FF0-FB44-3D0C-D62E-AFCF22DD7D65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29" creationId="{F36061A0-DB0B-5366-8B08-0F8AB64FA335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30" creationId="{1E9C6211-F721-35F6-06DC-5BC12CE15241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31" creationId="{1B4E2463-953B-F0B5-7128-5154ACAF5B9F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32" creationId="{BAA16042-7105-9839-C4FF-6E9AA7E8FF47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33" creationId="{5B907826-418B-A309-E90E-A1AC8C4399E6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34" creationId="{6BA9D008-294E-5967-CCD9-5570EC8C133F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55" creationId="{472A385E-9363-1FDC-884C-D00715242C59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56" creationId="{3B93824F-E34C-8FE6-6C23-3EAA9927B1F1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61" creationId="{D2F46404-B72E-BF3E-4319-C6393B73962F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62" creationId="{A1058D52-8273-E6D0-3C8C-308F07611AEE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65" creationId="{F5727B84-696D-900F-178D-9C1060848711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67" creationId="{B355A4AF-DB56-95AE-67BC-059523CE8EF3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69" creationId="{29DEDCEC-54F1-1579-459C-FA229EDEFE92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71" creationId="{75901467-A6E3-E1CA-0AD2-AEDB2B5ADA4A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79" creationId="{E7CBB677-3155-664E-6847-1C2FFCE31768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81" creationId="{AAA093A4-C3C7-7737-B923-30F80619CF81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89" creationId="{70454E3E-D9DD-658B-C3D6-257469F29E27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90" creationId="{619D57DE-1AE7-BB92-A576-9A303ACFB100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91" creationId="{45514A49-0F2B-06EA-0681-01C3E999E1E1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92" creationId="{C318B1E1-CCF5-7E60-9ECE-A22D76CC9936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93" creationId="{571A63EE-14A8-484E-61A7-55066CEF456A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94" creationId="{4EA05A02-3DCE-592C-D6DB-0677E906F979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95" creationId="{EAF11DEA-C0E7-2373-86A8-1F4F546FE228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197" creationId="{81019825-A817-8FBA-A33A-C07714CA77A1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05" creationId="{9393D40D-FD9C-3524-B173-CDCC711D495F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06" creationId="{7E08B51B-3610-3FA6-6B4D-52773D642CAA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07" creationId="{2FD6C8D4-4947-2E73-733A-09900CB2438C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08" creationId="{80093D65-C1AA-D8BB-4D8D-A350A11C9410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09" creationId="{AEE5A7EE-82DF-0960-FA99-10CD68AB4501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10" creationId="{5D3C88B8-4611-C17E-BA2D-FBD3386B298B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11" creationId="{3CE19436-B569-C56C-2B37-B7E270D3A615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19" creationId="{968234D0-3755-B9FC-981E-9AAC21FC5CF7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20" creationId="{A79D2104-AEA0-6432-23BD-1ADB0E5D3BF0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21" creationId="{13B8DDCE-755B-6F17-68AE-C6A9C2CE8E68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22" creationId="{7D985A5E-A186-9A89-D733-E762FA3F0CD5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23" creationId="{4F48CDE1-F675-1075-5163-0D6746B22E1E}"/>
          </ac:picMkLst>
        </pc:picChg>
        <pc:picChg chg="mod">
          <ac:chgData name="Sunbin Kim" userId="54d11c9c6284e2f4" providerId="LiveId" clId="{C6AC48D2-569F-4046-A812-EBF704DD9987}" dt="2024-11-11T07:40:34.922" v="18492" actId="1035"/>
          <ac:picMkLst>
            <pc:docMk/>
            <pc:sldMk cId="3845165353" sldId="278"/>
            <ac:picMk id="224" creationId="{57784C7D-0243-03F2-BEA4-E29DA44D222F}"/>
          </ac:picMkLst>
        </pc:pic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6" creationId="{C4F58170-63F4-5DB2-924F-DE1925703A33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7" creationId="{30746BA4-47B1-E391-1EF6-DCF2B5D3784D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8" creationId="{F79CC2FD-FD97-6427-326E-E6222A3D80AA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1" creationId="{9167AFF6-7E35-21A7-DE58-EB2C6574A06F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2" creationId="{CFF3355C-98BF-D533-18FA-0F343236CF50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3" creationId="{50A3D21C-B8A1-F58E-5C68-ADE4FBE701F7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31" creationId="{76325485-54B5-26C5-BAF5-1AEDE1282E93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37" creationId="{2AB63017-C252-B217-5103-E3DE0C287762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39" creationId="{2AB53832-1A4D-9354-1B34-DBF601570DF1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40" creationId="{69843AF6-4E6F-4686-1020-BAB9893FAA4B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43" creationId="{56C4B0D6-D17A-3E8F-383A-58FEA4FD1836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45" creationId="{4226CA13-1C8E-A69B-349F-CB4541E92BB5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54" creationId="{675CF408-0DA0-F655-7950-819CEA72CFE6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55" creationId="{33F2A346-4D48-9AAD-DC38-C871B103577D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64" creationId="{98B0FD30-4440-CE3E-F906-88DDDC5C9031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65" creationId="{3FE58612-9371-F447-D3E5-41BC4BA2135E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72" creationId="{E9C10E68-B9CE-5791-74B1-6A2F4255F70F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73" creationId="{C2F65A97-61C3-FA86-C477-6A7A2F46A6B9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78" creationId="{CCAECFAC-1ABE-C093-46BA-C732A449E0B2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80" creationId="{58C7D3D6-C016-2B01-D986-5A1C64EE6E40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81" creationId="{A7EFF8F8-C981-A64E-F5AC-5D8CB97D516B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84" creationId="{779A5DE3-EF94-271A-E6E7-12F2F7D03B04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86" creationId="{D643DA1C-C099-3FDF-3056-9CAAFD135EF1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87" creationId="{314CD268-9A75-C0DD-C01F-FED7B7C901B9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01" creationId="{5DCFE6F4-4D3F-211E-86EA-E61B89CD0860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05" creationId="{60250D56-F6A3-A4AA-D883-57AA2090945E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09" creationId="{302013AC-D0AE-B2BF-3AFD-64CBC46C74E5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13" creationId="{3451C7E9-751B-B5BB-8377-82130306C27D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16" creationId="{C56FFA90-6639-0CF0-1C85-7C52CCC9D1EB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18" creationId="{FF5FEF00-3852-CFBD-D6E6-92355F6DBF7B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23" creationId="{7B50B215-5D97-662B-7070-C44D4FA740D5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25" creationId="{35EB2857-B26E-A014-2D89-A0092057D87D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35" creationId="{5E3FF032-D193-72C8-99DC-E4123ECCE882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36" creationId="{EC6629A4-0A8F-0780-131B-BADB1FAB9C2A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37" creationId="{D0017618-A9C0-3005-CA34-362A0F2307F9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38" creationId="{001F4CBC-3CC6-CD35-5606-B863FE73EC20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45" creationId="{75288586-6C39-2B2B-96FF-78F96AB3AC03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46" creationId="{15CC5018-2774-5D61-8949-99E95FA95673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57" creationId="{DE3F516D-DE4F-14D3-3EA3-BEA1ECF30EB0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58" creationId="{78D39FB2-5DE1-FAA8-025B-E4E52D484F2B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63" creationId="{C5D61EE2-DAD2-CB9C-E9F0-4E938C95FAE6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64" creationId="{892614CD-2C32-77C7-A5F1-511D76965CC5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66" creationId="{38F39CAC-E9CB-EEBE-56D7-4A213988E6F7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68" creationId="{C63924B5-AD86-7C33-52A0-5E1EB61D5447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70" creationId="{69AE0D44-00C0-F807-75DF-6949DB2D4082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72" creationId="{2ACA5367-4252-B141-C480-45145BB12D0A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73" creationId="{ABE278C6-DC16-E4AB-2CE9-3F15C0DC8152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74" creationId="{C107F645-70CD-0E09-E644-D6CCEC8EA3FB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75" creationId="{B14FCC33-81ED-D7A6-205E-72F1102B121D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76" creationId="{F85F2D95-4A73-C735-22AF-71AC454CCDF0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77" creationId="{8FE7FE37-6A5B-8455-3E1A-A4897F121A19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178" creationId="{ACA56729-BEFA-6FBA-B3B6-82464EA5706A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25" creationId="{36851145-A27B-3BEB-ED2A-5451DB438AB3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26" creationId="{A900531D-0BC9-AC61-97D1-3863A28A48D9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27" creationId="{7E4976D8-B6E8-7C66-92A2-9C5D16964EBF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28" creationId="{9FC075AB-62DB-9D18-46A9-AABB9B819E41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29" creationId="{C311ABCD-C0F0-C2CB-62AB-33B161F40031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30" creationId="{8D57E896-1C53-0772-8AE4-06A3E1B1168B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31" creationId="{E9F68D84-F7D0-7DFB-5ECE-EA817B702C1E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32" creationId="{DF76A0E3-2FCC-249F-EEB3-7259943784F6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33" creationId="{B8C5353C-2710-D092-9A44-EB836D09E763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34" creationId="{FEBF85F7-8EF8-EE91-D7F3-991844B9AC6D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89" creationId="{1992F30D-B4F1-C868-B20F-997AF8D774D1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90" creationId="{6E3C75B0-6C60-416F-E272-FA7121BB8A09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91" creationId="{D6283A21-A134-52E9-2ED4-1F6A110BA34B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92" creationId="{9FEC8020-8EAE-6F92-0A1F-23B788552D31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93" creationId="{65D05F4C-4717-4E2D-7563-A07D3EF74FB1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294" creationId="{550930D0-6D06-149A-51A1-42CFC9090B46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354" creationId="{F26B93EE-2D86-FF60-69A1-D8931159750B}"/>
          </ac:cxnSpMkLst>
        </pc:cxnChg>
        <pc:cxnChg chg="mod">
          <ac:chgData name="Sunbin Kim" userId="54d11c9c6284e2f4" providerId="LiveId" clId="{C6AC48D2-569F-4046-A812-EBF704DD9987}" dt="2024-11-11T07:40:34.922" v="18492" actId="1035"/>
          <ac:cxnSpMkLst>
            <pc:docMk/>
            <pc:sldMk cId="3845165353" sldId="278"/>
            <ac:cxnSpMk id="355" creationId="{DCED2D09-13B3-01CB-F05A-69623FE2C72E}"/>
          </ac:cxnSpMkLst>
        </pc:cxnChg>
      </pc:sldChg>
      <pc:sldChg chg="del">
        <pc:chgData name="Sunbin Kim" userId="54d11c9c6284e2f4" providerId="LiveId" clId="{C6AC48D2-569F-4046-A812-EBF704DD9987}" dt="2024-11-11T07:55:39.636" v="19404" actId="47"/>
        <pc:sldMkLst>
          <pc:docMk/>
          <pc:sldMk cId="1935016214" sldId="279"/>
        </pc:sldMkLst>
      </pc:sldChg>
      <pc:sldChg chg="del">
        <pc:chgData name="Sunbin Kim" userId="54d11c9c6284e2f4" providerId="LiveId" clId="{C6AC48D2-569F-4046-A812-EBF704DD9987}" dt="2024-11-11T07:55:39.636" v="19404" actId="47"/>
        <pc:sldMkLst>
          <pc:docMk/>
          <pc:sldMk cId="894901646" sldId="280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2024170972" sldId="281"/>
        </pc:sldMkLst>
      </pc:sldChg>
      <pc:sldChg chg="del">
        <pc:chgData name="Sunbin Kim" userId="54d11c9c6284e2f4" providerId="LiveId" clId="{C6AC48D2-569F-4046-A812-EBF704DD9987}" dt="2024-11-11T07:39:17.001" v="18454" actId="47"/>
        <pc:sldMkLst>
          <pc:docMk/>
          <pc:sldMk cId="705746977" sldId="284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4243600865" sldId="285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123524933" sldId="292"/>
        </pc:sldMkLst>
      </pc:sldChg>
      <pc:sldChg chg="del">
        <pc:chgData name="Sunbin Kim" userId="54d11c9c6284e2f4" providerId="LiveId" clId="{C6AC48D2-569F-4046-A812-EBF704DD9987}" dt="2024-11-11T07:55:44.718" v="19405" actId="47"/>
        <pc:sldMkLst>
          <pc:docMk/>
          <pc:sldMk cId="1611813900" sldId="293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2881448789" sldId="297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815501081" sldId="298"/>
        </pc:sldMkLst>
      </pc:sldChg>
      <pc:sldChg chg="del">
        <pc:chgData name="Sunbin Kim" userId="54d11c9c6284e2f4" providerId="LiveId" clId="{C6AC48D2-569F-4046-A812-EBF704DD9987}" dt="2024-11-11T07:39:14.349" v="18453" actId="47"/>
        <pc:sldMkLst>
          <pc:docMk/>
          <pc:sldMk cId="1591193972" sldId="299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1619180778" sldId="313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4173992531" sldId="316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2566274793" sldId="317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1718433510" sldId="318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3930865273" sldId="319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3884687613" sldId="320"/>
        </pc:sldMkLst>
      </pc:sldChg>
      <pc:sldChg chg="addSp delSp modSp del mod">
        <pc:chgData name="Sunbin Kim" userId="54d11c9c6284e2f4" providerId="LiveId" clId="{C6AC48D2-569F-4046-A812-EBF704DD9987}" dt="2024-11-11T07:55:29.810" v="19403" actId="47"/>
        <pc:sldMkLst>
          <pc:docMk/>
          <pc:sldMk cId="983964736" sldId="324"/>
        </pc:sldMkLst>
      </pc:sldChg>
      <pc:sldChg chg="modSp mod">
        <pc:chgData name="Sunbin Kim" userId="54d11c9c6284e2f4" providerId="LiveId" clId="{C6AC48D2-569F-4046-A812-EBF704DD9987}" dt="2024-11-11T06:44:13.938" v="16436" actId="1076"/>
        <pc:sldMkLst>
          <pc:docMk/>
          <pc:sldMk cId="3686893997" sldId="325"/>
        </pc:sldMkLst>
      </pc:sldChg>
      <pc:sldChg chg="del">
        <pc:chgData name="Sunbin Kim" userId="54d11c9c6284e2f4" providerId="LiveId" clId="{C6AC48D2-569F-4046-A812-EBF704DD9987}" dt="2024-11-11T07:55:23.734" v="19401" actId="47"/>
        <pc:sldMkLst>
          <pc:docMk/>
          <pc:sldMk cId="1966534922" sldId="326"/>
        </pc:sldMkLst>
      </pc:sldChg>
      <pc:sldChg chg="add del">
        <pc:chgData name="Sunbin Kim" userId="54d11c9c6284e2f4" providerId="LiveId" clId="{C6AC48D2-569F-4046-A812-EBF704DD9987}" dt="2024-11-11T07:55:25.916" v="19402" actId="47"/>
        <pc:sldMkLst>
          <pc:docMk/>
          <pc:sldMk cId="2387537428" sldId="327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1656914602" sldId="328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1735580659" sldId="329"/>
        </pc:sldMkLst>
      </pc:sldChg>
      <pc:sldChg chg="addSp delSp modSp mod ord">
        <pc:chgData name="Sunbin Kim" userId="54d11c9c6284e2f4" providerId="LiveId" clId="{C6AC48D2-569F-4046-A812-EBF704DD9987}" dt="2024-11-12T05:54:03.141" v="23082" actId="21"/>
        <pc:sldMkLst>
          <pc:docMk/>
          <pc:sldMk cId="1193409895" sldId="335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2350735324" sldId="337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454978953" sldId="339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2761353980" sldId="340"/>
        </pc:sldMkLst>
      </pc:sldChg>
      <pc:sldChg chg="ord">
        <pc:chgData name="Sunbin Kim" userId="54d11c9c6284e2f4" providerId="LiveId" clId="{C6AC48D2-569F-4046-A812-EBF704DD9987}" dt="2024-11-11T07:55:49.017" v="19407"/>
        <pc:sldMkLst>
          <pc:docMk/>
          <pc:sldMk cId="1579119124" sldId="341"/>
        </pc:sldMkLst>
      </pc:sldChg>
      <pc:sldChg chg="add">
        <pc:chgData name="Sunbin Kim" userId="54d11c9c6284e2f4" providerId="LiveId" clId="{C6AC48D2-569F-4046-A812-EBF704DD9987}" dt="2024-11-11T05:45:36.901" v="13475"/>
        <pc:sldMkLst>
          <pc:docMk/>
          <pc:sldMk cId="1077622588" sldId="342"/>
        </pc:sldMkLst>
      </pc:sldChg>
      <pc:sldChg chg="del">
        <pc:chgData name="Sunbin Kim" userId="54d11c9c6284e2f4" providerId="LiveId" clId="{C6AC48D2-569F-4046-A812-EBF704DD9987}" dt="2024-11-11T05:45:35.314" v="13474" actId="2696"/>
        <pc:sldMkLst>
          <pc:docMk/>
          <pc:sldMk cId="2603449937" sldId="342"/>
        </pc:sldMkLst>
      </pc:sldChg>
      <pc:sldChg chg="modSp add mod">
        <pc:chgData name="Sunbin Kim" userId="54d11c9c6284e2f4" providerId="LiveId" clId="{C6AC48D2-569F-4046-A812-EBF704DD9987}" dt="2024-11-12T07:41:05.061" v="26762" actId="207"/>
        <pc:sldMkLst>
          <pc:docMk/>
          <pc:sldMk cId="2774723069" sldId="343"/>
        </pc:sldMkLst>
        <pc:graphicFrameChg chg="mod modGraphic">
          <ac:chgData name="Sunbin Kim" userId="54d11c9c6284e2f4" providerId="LiveId" clId="{C6AC48D2-569F-4046-A812-EBF704DD9987}" dt="2024-11-12T07:41:05.061" v="26762" actId="207"/>
          <ac:graphicFrameMkLst>
            <pc:docMk/>
            <pc:sldMk cId="2774723069" sldId="343"/>
            <ac:graphicFrameMk id="9" creationId="{00000000-0000-0000-0000-000000000000}"/>
          </ac:graphicFrameMkLst>
        </pc:graphicFrameChg>
      </pc:sldChg>
      <pc:sldChg chg="del">
        <pc:chgData name="Sunbin Kim" userId="54d11c9c6284e2f4" providerId="LiveId" clId="{C6AC48D2-569F-4046-A812-EBF704DD9987}" dt="2024-11-11T05:45:35.314" v="13474" actId="2696"/>
        <pc:sldMkLst>
          <pc:docMk/>
          <pc:sldMk cId="3216522101" sldId="343"/>
        </pc:sldMkLst>
      </pc:sldChg>
      <pc:sldChg chg="add">
        <pc:chgData name="Sunbin Kim" userId="54d11c9c6284e2f4" providerId="LiveId" clId="{C6AC48D2-569F-4046-A812-EBF704DD9987}" dt="2024-11-11T05:45:36.901" v="13475"/>
        <pc:sldMkLst>
          <pc:docMk/>
          <pc:sldMk cId="39264816" sldId="344"/>
        </pc:sldMkLst>
      </pc:sldChg>
      <pc:sldChg chg="del">
        <pc:chgData name="Sunbin Kim" userId="54d11c9c6284e2f4" providerId="LiveId" clId="{C6AC48D2-569F-4046-A812-EBF704DD9987}" dt="2024-11-11T05:45:35.314" v="13474" actId="2696"/>
        <pc:sldMkLst>
          <pc:docMk/>
          <pc:sldMk cId="96452035" sldId="344"/>
        </pc:sldMkLst>
      </pc:sldChg>
      <pc:sldChg chg="add">
        <pc:chgData name="Sunbin Kim" userId="54d11c9c6284e2f4" providerId="LiveId" clId="{C6AC48D2-569F-4046-A812-EBF704DD9987}" dt="2024-11-11T05:45:36.901" v="13475"/>
        <pc:sldMkLst>
          <pc:docMk/>
          <pc:sldMk cId="1306162315" sldId="345"/>
        </pc:sldMkLst>
      </pc:sldChg>
      <pc:sldChg chg="del">
        <pc:chgData name="Sunbin Kim" userId="54d11c9c6284e2f4" providerId="LiveId" clId="{C6AC48D2-569F-4046-A812-EBF704DD9987}" dt="2024-11-11T05:45:35.314" v="13474" actId="2696"/>
        <pc:sldMkLst>
          <pc:docMk/>
          <pc:sldMk cId="4104429019" sldId="345"/>
        </pc:sldMkLst>
      </pc:sldChg>
      <pc:sldChg chg="del">
        <pc:chgData name="Sunbin Kim" userId="54d11c9c6284e2f4" providerId="LiveId" clId="{C6AC48D2-569F-4046-A812-EBF704DD9987}" dt="2024-11-11T05:45:35.314" v="13474" actId="2696"/>
        <pc:sldMkLst>
          <pc:docMk/>
          <pc:sldMk cId="1149046752" sldId="346"/>
        </pc:sldMkLst>
      </pc:sldChg>
      <pc:sldChg chg="addSp delSp modSp add mod">
        <pc:chgData name="Sunbin Kim" userId="54d11c9c6284e2f4" providerId="LiveId" clId="{C6AC48D2-569F-4046-A812-EBF704DD9987}" dt="2024-11-12T07:29:08.548" v="25898" actId="14100"/>
        <pc:sldMkLst>
          <pc:docMk/>
          <pc:sldMk cId="3444585847" sldId="346"/>
        </pc:sldMkLst>
        <pc:picChg chg="add mod">
          <ac:chgData name="Sunbin Kim" userId="54d11c9c6284e2f4" providerId="LiveId" clId="{C6AC48D2-569F-4046-A812-EBF704DD9987}" dt="2024-11-12T07:29:08.548" v="25898" actId="14100"/>
          <ac:picMkLst>
            <pc:docMk/>
            <pc:sldMk cId="3444585847" sldId="346"/>
            <ac:picMk id="240" creationId="{4EE9D919-0212-7EDD-685B-DF685100EFFB}"/>
          </ac:picMkLst>
        </pc:picChg>
      </pc:sldChg>
      <pc:sldChg chg="add del">
        <pc:chgData name="Sunbin Kim" userId="54d11c9c6284e2f4" providerId="LiveId" clId="{C6AC48D2-569F-4046-A812-EBF704DD9987}" dt="2024-11-12T07:25:59.488" v="25884" actId="47"/>
        <pc:sldMkLst>
          <pc:docMk/>
          <pc:sldMk cId="1877048267" sldId="347"/>
        </pc:sldMkLst>
      </pc:sldChg>
      <pc:sldChg chg="del">
        <pc:chgData name="Sunbin Kim" userId="54d11c9c6284e2f4" providerId="LiveId" clId="{C6AC48D2-569F-4046-A812-EBF704DD9987}" dt="2024-11-11T05:45:35.314" v="13474" actId="2696"/>
        <pc:sldMkLst>
          <pc:docMk/>
          <pc:sldMk cId="3188792837" sldId="347"/>
        </pc:sldMkLst>
      </pc:sldChg>
      <pc:sldChg chg="addSp delSp modSp add mod">
        <pc:chgData name="Sunbin Kim" userId="54d11c9c6284e2f4" providerId="LiveId" clId="{C6AC48D2-569F-4046-A812-EBF704DD9987}" dt="2024-11-11T09:22:21.524" v="21441" actId="12788"/>
        <pc:sldMkLst>
          <pc:docMk/>
          <pc:sldMk cId="3738848077" sldId="348"/>
        </pc:sldMkLst>
      </pc:sldChg>
      <pc:sldChg chg="addSp delSp modSp add del mod">
        <pc:chgData name="Sunbin Kim" userId="54d11c9c6284e2f4" providerId="LiveId" clId="{C6AC48D2-569F-4046-A812-EBF704DD9987}" dt="2024-11-11T09:15:53.034" v="21015" actId="2696"/>
        <pc:sldMkLst>
          <pc:docMk/>
          <pc:sldMk cId="3896148679" sldId="348"/>
        </pc:sldMkLst>
      </pc:sldChg>
      <pc:sldChg chg="addSp modSp add mod">
        <pc:chgData name="Sunbin Kim" userId="54d11c9c6284e2f4" providerId="LiveId" clId="{C6AC48D2-569F-4046-A812-EBF704DD9987}" dt="2024-11-07T07:49:49.201" v="2197" actId="20577"/>
        <pc:sldMkLst>
          <pc:docMk/>
          <pc:sldMk cId="552728875" sldId="349"/>
        </pc:sldMkLst>
      </pc:sldChg>
      <pc:sldChg chg="add del">
        <pc:chgData name="Sunbin Kim" userId="54d11c9c6284e2f4" providerId="LiveId" clId="{C6AC48D2-569F-4046-A812-EBF704DD9987}" dt="2024-11-07T06:57:25.791" v="445"/>
        <pc:sldMkLst>
          <pc:docMk/>
          <pc:sldMk cId="1287133187" sldId="349"/>
        </pc:sldMkLst>
      </pc:sldChg>
      <pc:sldChg chg="addSp delSp modSp add mod">
        <pc:chgData name="Sunbin Kim" userId="54d11c9c6284e2f4" providerId="LiveId" clId="{C6AC48D2-569F-4046-A812-EBF704DD9987}" dt="2024-11-10T23:53:59.748" v="10243" actId="20577"/>
        <pc:sldMkLst>
          <pc:docMk/>
          <pc:sldMk cId="3426149335" sldId="350"/>
        </pc:sldMkLst>
        <pc:spChg chg="add mod">
          <ac:chgData name="Sunbin Kim" userId="54d11c9c6284e2f4" providerId="LiveId" clId="{C6AC48D2-569F-4046-A812-EBF704DD9987}" dt="2024-11-10T23:53:56.523" v="10220" actId="20577"/>
          <ac:spMkLst>
            <pc:docMk/>
            <pc:sldMk cId="3426149335" sldId="350"/>
            <ac:spMk id="2" creationId="{47356FB6-91EA-8B28-D8DA-AF0F81003AF9}"/>
          </ac:spMkLst>
        </pc:spChg>
        <pc:spChg chg="add mod">
          <ac:chgData name="Sunbin Kim" userId="54d11c9c6284e2f4" providerId="LiveId" clId="{C6AC48D2-569F-4046-A812-EBF704DD9987}" dt="2024-11-10T23:53:59.748" v="10243" actId="20577"/>
          <ac:spMkLst>
            <pc:docMk/>
            <pc:sldMk cId="3426149335" sldId="350"/>
            <ac:spMk id="3" creationId="{79F9DC94-15B4-B7A1-1B47-540F11899149}"/>
          </ac:spMkLst>
        </pc:spChg>
        <pc:spChg chg="mod">
          <ac:chgData name="Sunbin Kim" userId="54d11c9c6284e2f4" providerId="LiveId" clId="{C6AC48D2-569F-4046-A812-EBF704DD9987}" dt="2024-11-07T07:50:04.357" v="2252"/>
          <ac:spMkLst>
            <pc:docMk/>
            <pc:sldMk cId="3426149335" sldId="350"/>
            <ac:spMk id="14" creationId="{7DEE4253-3E6D-F26A-B70C-27C5D0EAFE9B}"/>
          </ac:spMkLst>
        </pc:spChg>
        <pc:spChg chg="mod">
          <ac:chgData name="Sunbin Kim" userId="54d11c9c6284e2f4" providerId="LiveId" clId="{C6AC48D2-569F-4046-A812-EBF704DD9987}" dt="2024-11-07T07:49:57.863" v="2244"/>
          <ac:spMkLst>
            <pc:docMk/>
            <pc:sldMk cId="3426149335" sldId="350"/>
            <ac:spMk id="23" creationId="{F68B00F2-D398-75AD-E61F-FAF1DA648055}"/>
          </ac:spMkLst>
        </pc:spChg>
        <pc:spChg chg="mod">
          <ac:chgData name="Sunbin Kim" userId="54d11c9c6284e2f4" providerId="LiveId" clId="{C6AC48D2-569F-4046-A812-EBF704DD9987}" dt="2024-11-07T07:49:59.426" v="2245"/>
          <ac:spMkLst>
            <pc:docMk/>
            <pc:sldMk cId="3426149335" sldId="350"/>
            <ac:spMk id="25" creationId="{FB42932D-0945-2808-63D1-F263F5B57FE5}"/>
          </ac:spMkLst>
        </pc:spChg>
        <pc:spChg chg="mod">
          <ac:chgData name="Sunbin Kim" userId="54d11c9c6284e2f4" providerId="LiveId" clId="{C6AC48D2-569F-4046-A812-EBF704DD9987}" dt="2024-11-07T07:50:00.657" v="2246"/>
          <ac:spMkLst>
            <pc:docMk/>
            <pc:sldMk cId="3426149335" sldId="350"/>
            <ac:spMk id="27" creationId="{6CE7C333-2846-03BE-92FA-DEA37FF99720}"/>
          </ac:spMkLst>
        </pc:spChg>
      </pc:sldChg>
      <pc:sldChg chg="addSp delSp modSp add mod">
        <pc:chgData name="Sunbin Kim" userId="54d11c9c6284e2f4" providerId="LiveId" clId="{C6AC48D2-569F-4046-A812-EBF704DD9987}" dt="2024-11-11T07:43:39.105" v="18523"/>
        <pc:sldMkLst>
          <pc:docMk/>
          <pc:sldMk cId="3886942391" sldId="351"/>
        </pc:sldMkLst>
        <pc:spChg chg="add mod topLvl">
          <ac:chgData name="Sunbin Kim" userId="54d11c9c6284e2f4" providerId="LiveId" clId="{C6AC48D2-569F-4046-A812-EBF704DD9987}" dt="2024-11-07T07:21:53.749" v="1426" actId="12788"/>
          <ac:spMkLst>
            <pc:docMk/>
            <pc:sldMk cId="3886942391" sldId="351"/>
            <ac:spMk id="2" creationId="{D30C3EFA-105F-67D8-4188-2C0A1A4CF5F9}"/>
          </ac:spMkLst>
        </pc:spChg>
        <pc:spChg chg="add mod topLvl">
          <ac:chgData name="Sunbin Kim" userId="54d11c9c6284e2f4" providerId="LiveId" clId="{C6AC48D2-569F-4046-A812-EBF704DD9987}" dt="2024-11-07T07:56:15.735" v="2467" actId="6549"/>
          <ac:spMkLst>
            <pc:docMk/>
            <pc:sldMk cId="3886942391" sldId="351"/>
            <ac:spMk id="8" creationId="{9DB8EB03-28DD-F54D-1635-6E6DEE5FEB12}"/>
          </ac:spMkLst>
        </pc:spChg>
        <pc:spChg chg="add mod topLvl">
          <ac:chgData name="Sunbin Kim" userId="54d11c9c6284e2f4" providerId="LiveId" clId="{C6AC48D2-569F-4046-A812-EBF704DD9987}" dt="2024-11-07T07:56:13.647" v="2466" actId="6549"/>
          <ac:spMkLst>
            <pc:docMk/>
            <pc:sldMk cId="3886942391" sldId="351"/>
            <ac:spMk id="14" creationId="{043C1C2F-9B8B-DE89-CBD6-65ECFDBE677B}"/>
          </ac:spMkLst>
        </pc:spChg>
        <pc:spChg chg="add mod topLvl">
          <ac:chgData name="Sunbin Kim" userId="54d11c9c6284e2f4" providerId="LiveId" clId="{C6AC48D2-569F-4046-A812-EBF704DD9987}" dt="2024-11-07T07:56:18.282" v="2468" actId="6549"/>
          <ac:spMkLst>
            <pc:docMk/>
            <pc:sldMk cId="3886942391" sldId="351"/>
            <ac:spMk id="18" creationId="{3559A877-EB7F-913B-D634-859110B5492F}"/>
          </ac:spMkLst>
        </pc:spChg>
        <pc:spChg chg="add mod topLvl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19" creationId="{B405D0AB-73F5-A717-C4D1-FB7BACE384C2}"/>
          </ac:spMkLst>
        </pc:spChg>
        <pc:spChg chg="mod topLvl">
          <ac:chgData name="Sunbin Kim" userId="54d11c9c6284e2f4" providerId="LiveId" clId="{C6AC48D2-569F-4046-A812-EBF704DD9987}" dt="2024-11-07T07:21:42.061" v="1406" actId="164"/>
          <ac:spMkLst>
            <pc:docMk/>
            <pc:sldMk cId="3886942391" sldId="351"/>
            <ac:spMk id="22" creationId="{1F62CBAD-0034-9102-2140-BE5898C57F28}"/>
          </ac:spMkLst>
        </pc:spChg>
        <pc:spChg chg="mod topLvl">
          <ac:chgData name="Sunbin Kim" userId="54d11c9c6284e2f4" providerId="LiveId" clId="{C6AC48D2-569F-4046-A812-EBF704DD9987}" dt="2024-11-07T07:21:42.061" v="1406" actId="164"/>
          <ac:spMkLst>
            <pc:docMk/>
            <pc:sldMk cId="3886942391" sldId="351"/>
            <ac:spMk id="23" creationId="{DA93BD24-41AD-015D-7CC1-F930D1EB4694}"/>
          </ac:spMkLst>
        </pc:spChg>
        <pc:spChg chg="mod topLvl">
          <ac:chgData name="Sunbin Kim" userId="54d11c9c6284e2f4" providerId="LiveId" clId="{C6AC48D2-569F-4046-A812-EBF704DD9987}" dt="2024-11-07T07:21:35.631" v="1402" actId="164"/>
          <ac:spMkLst>
            <pc:docMk/>
            <pc:sldMk cId="3886942391" sldId="351"/>
            <ac:spMk id="44" creationId="{61CB8854-DA71-2F72-E0E4-50BD86FF774D}"/>
          </ac:spMkLst>
        </pc:spChg>
        <pc:spChg chg="mod topLvl">
          <ac:chgData name="Sunbin Kim" userId="54d11c9c6284e2f4" providerId="LiveId" clId="{C6AC48D2-569F-4046-A812-EBF704DD9987}" dt="2024-11-07T07:21:35.631" v="1402" actId="164"/>
          <ac:spMkLst>
            <pc:docMk/>
            <pc:sldMk cId="3886942391" sldId="351"/>
            <ac:spMk id="45" creationId="{50AB1344-A848-9D35-2CF1-FB968804A565}"/>
          </ac:spMkLst>
        </pc:spChg>
        <pc:spChg chg="mod topLvl">
          <ac:chgData name="Sunbin Kim" userId="54d11c9c6284e2f4" providerId="LiveId" clId="{C6AC48D2-569F-4046-A812-EBF704DD9987}" dt="2024-11-07T07:21:35.631" v="1402" actId="164"/>
          <ac:spMkLst>
            <pc:docMk/>
            <pc:sldMk cId="3886942391" sldId="351"/>
            <ac:spMk id="47" creationId="{24FC5B99-A6F1-3FD1-2ED8-11804042F50F}"/>
          </ac:spMkLst>
        </pc:spChg>
        <pc:spChg chg="add mod topLvl">
          <ac:chgData name="Sunbin Kim" userId="54d11c9c6284e2f4" providerId="LiveId" clId="{C6AC48D2-569F-4046-A812-EBF704DD9987}" dt="2024-11-07T07:22:09.347" v="1458" actId="20577"/>
          <ac:spMkLst>
            <pc:docMk/>
            <pc:sldMk cId="3886942391" sldId="351"/>
            <ac:spMk id="50" creationId="{B6455BF2-7C02-1F54-894F-E46050D7CBF9}"/>
          </ac:spMkLst>
        </pc:spChg>
        <pc:spChg chg="add mod topLvl">
          <ac:chgData name="Sunbin Kim" userId="54d11c9c6284e2f4" providerId="LiveId" clId="{C6AC48D2-569F-4046-A812-EBF704DD9987}" dt="2024-11-07T07:18:49.124" v="1282" actId="20577"/>
          <ac:spMkLst>
            <pc:docMk/>
            <pc:sldMk cId="3886942391" sldId="351"/>
            <ac:spMk id="52" creationId="{B730A66E-94F1-ADF8-4695-FB052E865FAB}"/>
          </ac:spMkLst>
        </pc:spChg>
        <pc:spChg chg="add mod topLvl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53" creationId="{0B469574-3053-20DD-31DD-4248739ACD40}"/>
          </ac:spMkLst>
        </pc:spChg>
        <pc:spChg chg="mod topLvl">
          <ac:chgData name="Sunbin Kim" userId="54d11c9c6284e2f4" providerId="LiveId" clId="{C6AC48D2-569F-4046-A812-EBF704DD9987}" dt="2024-11-07T07:15:09.127" v="1018" actId="34135"/>
          <ac:spMkLst>
            <pc:docMk/>
            <pc:sldMk cId="3886942391" sldId="351"/>
            <ac:spMk id="54" creationId="{F6693A77-6A83-3273-C944-C002861CFD32}"/>
          </ac:spMkLst>
        </pc:spChg>
        <pc:spChg chg="add mod topLvl">
          <ac:chgData name="Sunbin Kim" userId="54d11c9c6284e2f4" providerId="LiveId" clId="{C6AC48D2-569F-4046-A812-EBF704DD9987}" dt="2024-11-07T07:19:26.993" v="1341" actId="20577"/>
          <ac:spMkLst>
            <pc:docMk/>
            <pc:sldMk cId="3886942391" sldId="351"/>
            <ac:spMk id="55" creationId="{0CAF7CCD-376F-9A1A-54F5-32EA683A8CF9}"/>
          </ac:spMkLst>
        </pc:spChg>
        <pc:spChg chg="add mod topLvl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61" creationId="{41AA41F2-EB5C-9833-9B99-125AB59E1EA0}"/>
          </ac:spMkLst>
        </pc:spChg>
        <pc:spChg chg="mod">
          <ac:chgData name="Sunbin Kim" userId="54d11c9c6284e2f4" providerId="LiveId" clId="{C6AC48D2-569F-4046-A812-EBF704DD9987}" dt="2024-11-07T07:24:35.655" v="1459" actId="6549"/>
          <ac:spMkLst>
            <pc:docMk/>
            <pc:sldMk cId="3886942391" sldId="351"/>
            <ac:spMk id="90" creationId="{14280211-D078-D327-FEC3-5300102D85AE}"/>
          </ac:spMkLst>
        </pc:spChg>
        <pc:spChg chg="add mod topLvl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91" creationId="{9840D3DF-B155-4BAE-E223-61E61F1892F6}"/>
          </ac:spMkLst>
        </pc:spChg>
        <pc:spChg chg="add mod topLvl">
          <ac:chgData name="Sunbin Kim" userId="54d11c9c6284e2f4" providerId="LiveId" clId="{C6AC48D2-569F-4046-A812-EBF704DD9987}" dt="2024-11-07T07:59:10.438" v="2650" actId="5793"/>
          <ac:spMkLst>
            <pc:docMk/>
            <pc:sldMk cId="3886942391" sldId="351"/>
            <ac:spMk id="92" creationId="{37778FCB-62CE-9A2E-11A7-2C29A1584C8C}"/>
          </ac:spMkLst>
        </pc:spChg>
        <pc:spChg chg="add mod topLvl">
          <ac:chgData name="Sunbin Kim" userId="54d11c9c6284e2f4" providerId="LiveId" clId="{C6AC48D2-569F-4046-A812-EBF704DD9987}" dt="2024-11-07T08:00:30.456" v="2933" actId="20577"/>
          <ac:spMkLst>
            <pc:docMk/>
            <pc:sldMk cId="3886942391" sldId="351"/>
            <ac:spMk id="93" creationId="{AEF7B27E-42B4-FF62-5A84-17387000C3FC}"/>
          </ac:spMkLst>
        </pc:spChg>
        <pc:spChg chg="add mod topLvl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94" creationId="{D098182F-4444-57DE-1B82-26DCBDCA8EC3}"/>
          </ac:spMkLst>
        </pc:spChg>
        <pc:spChg chg="add mod topLvl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95" creationId="{613581BF-6E1A-AE15-F9DE-41A8874FDDAD}"/>
          </ac:spMkLst>
        </pc:spChg>
        <pc:spChg chg="add mod topLvl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98" creationId="{20512AE6-AE85-C0C1-0141-983CEB44E865}"/>
          </ac:spMkLst>
        </pc:spChg>
        <pc:spChg chg="add mod topLvl">
          <ac:chgData name="Sunbin Kim" userId="54d11c9c6284e2f4" providerId="LiveId" clId="{C6AC48D2-569F-4046-A812-EBF704DD9987}" dt="2024-11-07T07:16:37.040" v="1069" actId="20577"/>
          <ac:spMkLst>
            <pc:docMk/>
            <pc:sldMk cId="3886942391" sldId="351"/>
            <ac:spMk id="99" creationId="{AD83BB64-4A6E-C838-3842-6498E4C8C861}"/>
          </ac:spMkLst>
        </pc:spChg>
        <pc:spChg chg="add mod topLvl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100" creationId="{4339F0CC-F46F-F6B7-E4C6-CD6721F24018}"/>
          </ac:spMkLst>
        </pc:spChg>
        <pc:spChg chg="add mod topLvl">
          <ac:chgData name="Sunbin Kim" userId="54d11c9c6284e2f4" providerId="LiveId" clId="{C6AC48D2-569F-4046-A812-EBF704DD9987}" dt="2024-11-07T07:16:47.822" v="1123" actId="20577"/>
          <ac:spMkLst>
            <pc:docMk/>
            <pc:sldMk cId="3886942391" sldId="351"/>
            <ac:spMk id="101" creationId="{4E60800B-CCEB-A73A-F1E7-942CD66CF837}"/>
          </ac:spMkLst>
        </pc:spChg>
        <pc:spChg chg="add mod topLvl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103" creationId="{8C62A2CF-47B2-3F01-D945-AB67F94506CA}"/>
          </ac:spMkLst>
        </pc:spChg>
        <pc:spChg chg="add mod topLvl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104" creationId="{9F36F489-C3E7-0587-C53B-1DD078477620}"/>
          </ac:spMkLst>
        </pc:spChg>
        <pc:spChg chg="add mod topLvl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105" creationId="{F73B30DE-0A2D-4AB6-4313-8E6CE2188534}"/>
          </ac:spMkLst>
        </pc:spChg>
        <pc:spChg chg="mod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114" creationId="{B7FC53E9-E7CE-9EAD-D885-336E938DE840}"/>
          </ac:spMkLst>
        </pc:spChg>
        <pc:spChg chg="mod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115" creationId="{6C18807B-F694-5ECB-33B7-6FFFB85C85B7}"/>
          </ac:spMkLst>
        </pc:spChg>
        <pc:spChg chg="mod">
          <ac:chgData name="Sunbin Kim" userId="54d11c9c6284e2f4" providerId="LiveId" clId="{C6AC48D2-569F-4046-A812-EBF704DD9987}" dt="2024-11-07T07:54:37.166" v="2317" actId="6549"/>
          <ac:spMkLst>
            <pc:docMk/>
            <pc:sldMk cId="3886942391" sldId="351"/>
            <ac:spMk id="116" creationId="{9012B80F-E654-C02C-5CF8-7E5C10C4FF7C}"/>
          </ac:spMkLst>
        </pc:spChg>
        <pc:spChg chg="mod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118" creationId="{1C885799-465A-1C56-A607-3B0767173BCA}"/>
          </ac:spMkLst>
        </pc:spChg>
        <pc:spChg chg="mod">
          <ac:chgData name="Sunbin Kim" userId="54d11c9c6284e2f4" providerId="LiveId" clId="{C6AC48D2-569F-4046-A812-EBF704DD9987}" dt="2024-11-07T07:55:18.201" v="2403" actId="6549"/>
          <ac:spMkLst>
            <pc:docMk/>
            <pc:sldMk cId="3886942391" sldId="351"/>
            <ac:spMk id="119" creationId="{E196FF2C-8FDC-CAD2-2464-F74E613B316C}"/>
          </ac:spMkLst>
        </pc:spChg>
        <pc:spChg chg="mod">
          <ac:chgData name="Sunbin Kim" userId="54d11c9c6284e2f4" providerId="LiveId" clId="{C6AC48D2-569F-4046-A812-EBF704DD9987}" dt="2024-11-07T07:11:41.104" v="658" actId="165"/>
          <ac:spMkLst>
            <pc:docMk/>
            <pc:sldMk cId="3886942391" sldId="351"/>
            <ac:spMk id="120" creationId="{2B6EDE2A-0356-2304-AA5E-8A7DB2CC4A9D}"/>
          </ac:spMkLst>
        </pc:spChg>
        <pc:spChg chg="mod">
          <ac:chgData name="Sunbin Kim" userId="54d11c9c6284e2f4" providerId="LiveId" clId="{C6AC48D2-569F-4046-A812-EBF704DD9987}" dt="2024-11-07T07:55:28.726" v="2441" actId="20577"/>
          <ac:spMkLst>
            <pc:docMk/>
            <pc:sldMk cId="3886942391" sldId="351"/>
            <ac:spMk id="121" creationId="{BB9D7C1D-DD7A-E98D-6245-089A1390A7D4}"/>
          </ac:spMkLst>
        </pc:spChg>
        <pc:spChg chg="mod">
          <ac:chgData name="Sunbin Kim" userId="54d11c9c6284e2f4" providerId="LiveId" clId="{C6AC48D2-569F-4046-A812-EBF704DD9987}" dt="2024-11-07T08:07:40.840" v="3195" actId="6549"/>
          <ac:spMkLst>
            <pc:docMk/>
            <pc:sldMk cId="3886942391" sldId="351"/>
            <ac:spMk id="124" creationId="{2EAC78B0-DA51-444B-D2FE-223B1C373845}"/>
          </ac:spMkLst>
        </pc:spChg>
        <pc:spChg chg="mod">
          <ac:chgData name="Sunbin Kim" userId="54d11c9c6284e2f4" providerId="LiveId" clId="{C6AC48D2-569F-4046-A812-EBF704DD9987}" dt="2024-11-11T07:37:07.007" v="18452" actId="6549"/>
          <ac:spMkLst>
            <pc:docMk/>
            <pc:sldMk cId="3886942391" sldId="351"/>
            <ac:spMk id="125" creationId="{A9C6494D-1398-F0BB-8EF6-68A3C9DE0505}"/>
          </ac:spMkLst>
        </pc:spChg>
        <pc:spChg chg="mod">
          <ac:chgData name="Sunbin Kim" userId="54d11c9c6284e2f4" providerId="LiveId" clId="{C6AC48D2-569F-4046-A812-EBF704DD9987}" dt="2024-11-07T08:07:27.169" v="3176" actId="20577"/>
          <ac:spMkLst>
            <pc:docMk/>
            <pc:sldMk cId="3886942391" sldId="351"/>
            <ac:spMk id="126" creationId="{F99317D7-49A8-6437-4A99-33680F61A66D}"/>
          </ac:spMkLst>
        </pc:spChg>
        <pc:spChg chg="add mod">
          <ac:chgData name="Sunbin Kim" userId="54d11c9c6284e2f4" providerId="LiveId" clId="{C6AC48D2-569F-4046-A812-EBF704DD9987}" dt="2024-11-07T07:21:35.631" v="1402" actId="164"/>
          <ac:spMkLst>
            <pc:docMk/>
            <pc:sldMk cId="3886942391" sldId="351"/>
            <ac:spMk id="167" creationId="{6B140282-8A0B-5029-29FE-AB2E953D48B5}"/>
          </ac:spMkLst>
        </pc:spChg>
        <pc:picChg chg="add mod topLvl">
          <ac:chgData name="Sunbin Kim" userId="54d11c9c6284e2f4" providerId="LiveId" clId="{C6AC48D2-569F-4046-A812-EBF704DD9987}" dt="2024-11-07T07:11:41.104" v="658" actId="165"/>
          <ac:picMkLst>
            <pc:docMk/>
            <pc:sldMk cId="3886942391" sldId="351"/>
            <ac:picMk id="3" creationId="{986A40CE-47DF-8B74-09F8-6B228F84808D}"/>
          </ac:picMkLst>
        </pc:picChg>
        <pc:picChg chg="add mod topLvl">
          <ac:chgData name="Sunbin Kim" userId="54d11c9c6284e2f4" providerId="LiveId" clId="{C6AC48D2-569F-4046-A812-EBF704DD9987}" dt="2024-11-07T07:11:41.104" v="658" actId="165"/>
          <ac:picMkLst>
            <pc:docMk/>
            <pc:sldMk cId="3886942391" sldId="351"/>
            <ac:picMk id="6" creationId="{CF7DA218-2122-DA50-8574-10AC39FE4C7F}"/>
          </ac:picMkLst>
        </pc:picChg>
        <pc:picChg chg="mod topLvl">
          <ac:chgData name="Sunbin Kim" userId="54d11c9c6284e2f4" providerId="LiveId" clId="{C6AC48D2-569F-4046-A812-EBF704DD9987}" dt="2024-11-07T07:14:36.216" v="968" actId="1076"/>
          <ac:picMkLst>
            <pc:docMk/>
            <pc:sldMk cId="3886942391" sldId="351"/>
            <ac:picMk id="46" creationId="{4F17C886-4CC8-D834-BD8B-E74F86BC85F6}"/>
          </ac:picMkLst>
        </pc:picChg>
        <pc:picChg chg="add mod topLvl">
          <ac:chgData name="Sunbin Kim" userId="54d11c9c6284e2f4" providerId="LiveId" clId="{C6AC48D2-569F-4046-A812-EBF704DD9987}" dt="2024-11-07T07:11:41.104" v="658" actId="165"/>
          <ac:picMkLst>
            <pc:docMk/>
            <pc:sldMk cId="3886942391" sldId="351"/>
            <ac:picMk id="102" creationId="{9C318690-DD10-A4D7-8E03-E576ADF1A772}"/>
          </ac:picMkLst>
        </pc:picChg>
        <pc:picChg chg="mod">
          <ac:chgData name="Sunbin Kim" userId="54d11c9c6284e2f4" providerId="LiveId" clId="{C6AC48D2-569F-4046-A812-EBF704DD9987}" dt="2024-11-07T07:11:41.104" v="658" actId="165"/>
          <ac:picMkLst>
            <pc:docMk/>
            <pc:sldMk cId="3886942391" sldId="351"/>
            <ac:picMk id="112" creationId="{E0F4403B-64FD-1B08-D933-A1E97AB4B19F}"/>
          </ac:picMkLst>
        </pc:picChg>
        <pc:picChg chg="mod">
          <ac:chgData name="Sunbin Kim" userId="54d11c9c6284e2f4" providerId="LiveId" clId="{C6AC48D2-569F-4046-A812-EBF704DD9987}" dt="2024-11-07T07:11:41.104" v="658" actId="165"/>
          <ac:picMkLst>
            <pc:docMk/>
            <pc:sldMk cId="3886942391" sldId="351"/>
            <ac:picMk id="113" creationId="{7575B463-481C-1DCC-EC08-73C22C83B97B}"/>
          </ac:picMkLst>
        </pc:picChg>
        <pc:picChg chg="mod">
          <ac:chgData name="Sunbin Kim" userId="54d11c9c6284e2f4" providerId="LiveId" clId="{C6AC48D2-569F-4046-A812-EBF704DD9987}" dt="2024-11-07T07:11:41.104" v="658" actId="165"/>
          <ac:picMkLst>
            <pc:docMk/>
            <pc:sldMk cId="3886942391" sldId="351"/>
            <ac:picMk id="127" creationId="{6C404952-8A60-2435-37E4-19FF6392AB9A}"/>
          </ac:picMkLst>
        </pc:picChg>
        <pc:cxnChg chg="add mod topLvl">
          <ac:chgData name="Sunbin Kim" userId="54d11c9c6284e2f4" providerId="LiveId" clId="{C6AC48D2-569F-4046-A812-EBF704DD9987}" dt="2024-11-07T07:11:41.104" v="658" actId="165"/>
          <ac:cxnSpMkLst>
            <pc:docMk/>
            <pc:sldMk cId="3886942391" sldId="351"/>
            <ac:cxnSpMk id="7" creationId="{2B1B5600-3580-ABBA-DA82-D35322CBE6B3}"/>
          </ac:cxnSpMkLst>
        </pc:cxnChg>
        <pc:cxnChg chg="add mod topLvl">
          <ac:chgData name="Sunbin Kim" userId="54d11c9c6284e2f4" providerId="LiveId" clId="{C6AC48D2-569F-4046-A812-EBF704DD9987}" dt="2024-11-07T07:11:41.104" v="658" actId="165"/>
          <ac:cxnSpMkLst>
            <pc:docMk/>
            <pc:sldMk cId="3886942391" sldId="351"/>
            <ac:cxnSpMk id="56" creationId="{D5B1B1B8-EB5C-5385-AA6A-592E675C75A5}"/>
          </ac:cxnSpMkLst>
        </pc:cxnChg>
        <pc:cxnChg chg="add mod topLvl">
          <ac:chgData name="Sunbin Kim" userId="54d11c9c6284e2f4" providerId="LiveId" clId="{C6AC48D2-569F-4046-A812-EBF704DD9987}" dt="2024-11-07T07:11:41.104" v="658" actId="165"/>
          <ac:cxnSpMkLst>
            <pc:docMk/>
            <pc:sldMk cId="3886942391" sldId="351"/>
            <ac:cxnSpMk id="60" creationId="{BF0F49FE-AFFA-12BF-EA83-1ED34042F2A3}"/>
          </ac:cxnSpMkLst>
        </pc:cxnChg>
        <pc:cxnChg chg="add mod topLvl">
          <ac:chgData name="Sunbin Kim" userId="54d11c9c6284e2f4" providerId="LiveId" clId="{C6AC48D2-569F-4046-A812-EBF704DD9987}" dt="2024-11-07T07:11:41.104" v="658" actId="165"/>
          <ac:cxnSpMkLst>
            <pc:docMk/>
            <pc:sldMk cId="3886942391" sldId="351"/>
            <ac:cxnSpMk id="97" creationId="{172040F9-33D1-BD2F-96AD-BE6FF360A1A3}"/>
          </ac:cxnSpMkLst>
        </pc:cxnChg>
        <pc:cxnChg chg="add mod topLvl">
          <ac:chgData name="Sunbin Kim" userId="54d11c9c6284e2f4" providerId="LiveId" clId="{C6AC48D2-569F-4046-A812-EBF704DD9987}" dt="2024-11-07T07:11:41.104" v="658" actId="165"/>
          <ac:cxnSpMkLst>
            <pc:docMk/>
            <pc:sldMk cId="3886942391" sldId="351"/>
            <ac:cxnSpMk id="106" creationId="{A9B5A68E-F7AE-FC53-3867-439E34117BA5}"/>
          </ac:cxnSpMkLst>
        </pc:cxnChg>
        <pc:cxnChg chg="add mod topLvl">
          <ac:chgData name="Sunbin Kim" userId="54d11c9c6284e2f4" providerId="LiveId" clId="{C6AC48D2-569F-4046-A812-EBF704DD9987}" dt="2024-11-07T07:11:41.104" v="658" actId="165"/>
          <ac:cxnSpMkLst>
            <pc:docMk/>
            <pc:sldMk cId="3886942391" sldId="351"/>
            <ac:cxnSpMk id="107" creationId="{33D47243-541B-3965-9AE0-84AD1BBB0F59}"/>
          </ac:cxnSpMkLst>
        </pc:cxnChg>
        <pc:cxnChg chg="add mod topLvl">
          <ac:chgData name="Sunbin Kim" userId="54d11c9c6284e2f4" providerId="LiveId" clId="{C6AC48D2-569F-4046-A812-EBF704DD9987}" dt="2024-11-07T07:11:41.104" v="658" actId="165"/>
          <ac:cxnSpMkLst>
            <pc:docMk/>
            <pc:sldMk cId="3886942391" sldId="351"/>
            <ac:cxnSpMk id="108" creationId="{0BA4C504-6E8C-52F3-E361-ABFE4F789A98}"/>
          </ac:cxnSpMkLst>
        </pc:cxnChg>
      </pc:sldChg>
      <pc:sldChg chg="addSp delSp modSp add del mod">
        <pc:chgData name="Sunbin Kim" userId="54d11c9c6284e2f4" providerId="LiveId" clId="{C6AC48D2-569F-4046-A812-EBF704DD9987}" dt="2024-11-07T07:25:46.298" v="1486" actId="47"/>
        <pc:sldMkLst>
          <pc:docMk/>
          <pc:sldMk cId="429396123" sldId="352"/>
        </pc:sldMkLst>
      </pc:sldChg>
      <pc:sldChg chg="addSp delSp modSp add mod">
        <pc:chgData name="Sunbin Kim" userId="54d11c9c6284e2f4" providerId="LiveId" clId="{C6AC48D2-569F-4046-A812-EBF704DD9987}" dt="2024-11-11T07:08:46.966" v="17204" actId="1076"/>
        <pc:sldMkLst>
          <pc:docMk/>
          <pc:sldMk cId="3721787742" sldId="353"/>
        </pc:sldMkLst>
      </pc:sldChg>
      <pc:sldChg chg="addSp delSp modSp add mod">
        <pc:chgData name="Sunbin Kim" userId="54d11c9c6284e2f4" providerId="LiveId" clId="{C6AC48D2-569F-4046-A812-EBF704DD9987}" dt="2024-11-11T07:44:50.210" v="18570"/>
        <pc:sldMkLst>
          <pc:docMk/>
          <pc:sldMk cId="3870680175" sldId="354"/>
        </pc:sldMkLst>
        <pc:spChg chg="mod">
          <ac:chgData name="Sunbin Kim" userId="54d11c9c6284e2f4" providerId="LiveId" clId="{C6AC48D2-569F-4046-A812-EBF704DD9987}" dt="2024-11-07T08:27:33.312" v="3592" actId="20577"/>
          <ac:spMkLst>
            <pc:docMk/>
            <pc:sldMk cId="3870680175" sldId="354"/>
            <ac:spMk id="106" creationId="{2F633C30-E656-475C-BE30-DB353380C5B1}"/>
          </ac:spMkLst>
        </pc:spChg>
        <pc:spChg chg="mod">
          <ac:chgData name="Sunbin Kim" userId="54d11c9c6284e2f4" providerId="LiveId" clId="{C6AC48D2-569F-4046-A812-EBF704DD9987}" dt="2024-11-07T08:24:28.680" v="3404" actId="14100"/>
          <ac:spMkLst>
            <pc:docMk/>
            <pc:sldMk cId="3870680175" sldId="354"/>
            <ac:spMk id="110" creationId="{04ADFC26-06B9-DF11-E828-8CCEE0205A50}"/>
          </ac:spMkLst>
        </pc:spChg>
        <pc:spChg chg="mod">
          <ac:chgData name="Sunbin Kim" userId="54d11c9c6284e2f4" providerId="LiveId" clId="{C6AC48D2-569F-4046-A812-EBF704DD9987}" dt="2024-11-07T08:24:20.846" v="3392" actId="20577"/>
          <ac:spMkLst>
            <pc:docMk/>
            <pc:sldMk cId="3870680175" sldId="354"/>
            <ac:spMk id="111" creationId="{ECB1EB4B-36B7-578A-9A18-4D48E3AD1B38}"/>
          </ac:spMkLst>
        </pc:spChg>
        <pc:spChg chg="mod">
          <ac:chgData name="Sunbin Kim" userId="54d11c9c6284e2f4" providerId="LiveId" clId="{C6AC48D2-569F-4046-A812-EBF704DD9987}" dt="2024-11-07T08:25:02.105" v="3476" actId="403"/>
          <ac:spMkLst>
            <pc:docMk/>
            <pc:sldMk cId="3870680175" sldId="354"/>
            <ac:spMk id="120" creationId="{848107CB-3432-2C45-9EBE-76A4C5AE7188}"/>
          </ac:spMkLst>
        </pc:spChg>
        <pc:spChg chg="mod">
          <ac:chgData name="Sunbin Kim" userId="54d11c9c6284e2f4" providerId="LiveId" clId="{C6AC48D2-569F-4046-A812-EBF704DD9987}" dt="2024-11-07T08:25:06.117" v="3478" actId="6549"/>
          <ac:spMkLst>
            <pc:docMk/>
            <pc:sldMk cId="3870680175" sldId="354"/>
            <ac:spMk id="121" creationId="{91BE0791-682E-AE58-8513-F2E64729B925}"/>
          </ac:spMkLst>
        </pc:spChg>
        <pc:spChg chg="mod">
          <ac:chgData name="Sunbin Kim" userId="54d11c9c6284e2f4" providerId="LiveId" clId="{C6AC48D2-569F-4046-A812-EBF704DD9987}" dt="2024-11-07T08:25:04.155" v="3477" actId="6549"/>
          <ac:spMkLst>
            <pc:docMk/>
            <pc:sldMk cId="3870680175" sldId="354"/>
            <ac:spMk id="122" creationId="{1A3C8761-17E2-328C-BE0D-3D760082F272}"/>
          </ac:spMkLst>
        </pc:spChg>
        <pc:spChg chg="mod">
          <ac:chgData name="Sunbin Kim" userId="54d11c9c6284e2f4" providerId="LiveId" clId="{C6AC48D2-569F-4046-A812-EBF704DD9987}" dt="2024-11-08T07:26:59.147" v="8742" actId="6549"/>
          <ac:spMkLst>
            <pc:docMk/>
            <pc:sldMk cId="3870680175" sldId="354"/>
            <ac:spMk id="128" creationId="{0A7E9A8F-AF53-58D9-DD07-9B8B484B1DD5}"/>
          </ac:spMkLst>
        </pc:spChg>
        <pc:spChg chg="mod">
          <ac:chgData name="Sunbin Kim" userId="54d11c9c6284e2f4" providerId="LiveId" clId="{C6AC48D2-569F-4046-A812-EBF704DD9987}" dt="2024-11-08T07:26:40.958" v="8693" actId="6549"/>
          <ac:spMkLst>
            <pc:docMk/>
            <pc:sldMk cId="3870680175" sldId="354"/>
            <ac:spMk id="130" creationId="{3011DC08-04E2-72C3-98CA-627699F89219}"/>
          </ac:spMkLst>
        </pc:spChg>
        <pc:spChg chg="mod">
          <ac:chgData name="Sunbin Kim" userId="54d11c9c6284e2f4" providerId="LiveId" clId="{C6AC48D2-569F-4046-A812-EBF704DD9987}" dt="2024-11-07T08:23:56.588" v="3337" actId="20577"/>
          <ac:spMkLst>
            <pc:docMk/>
            <pc:sldMk cId="3870680175" sldId="354"/>
            <ac:spMk id="133" creationId="{A198657D-F221-196B-0DB1-3379642497B8}"/>
          </ac:spMkLst>
        </pc:spChg>
        <pc:spChg chg="mod">
          <ac:chgData name="Sunbin Kim" userId="54d11c9c6284e2f4" providerId="LiveId" clId="{C6AC48D2-569F-4046-A812-EBF704DD9987}" dt="2024-11-08T07:55:04.403" v="9846" actId="6549"/>
          <ac:spMkLst>
            <pc:docMk/>
            <pc:sldMk cId="3870680175" sldId="354"/>
            <ac:spMk id="139" creationId="{A2AA92DA-2D2E-800B-45A3-B4A98E61597D}"/>
          </ac:spMkLst>
        </pc:spChg>
        <pc:spChg chg="mod">
          <ac:chgData name="Sunbin Kim" userId="54d11c9c6284e2f4" providerId="LiveId" clId="{C6AC48D2-569F-4046-A812-EBF704DD9987}" dt="2024-11-08T07:42:24.210" v="9716" actId="20577"/>
          <ac:spMkLst>
            <pc:docMk/>
            <pc:sldMk cId="3870680175" sldId="354"/>
            <ac:spMk id="140" creationId="{DDB625F2-BEA8-BA3D-4DAC-DDF6DE00FF9C}"/>
          </ac:spMkLst>
        </pc:spChg>
        <pc:spChg chg="mod">
          <ac:chgData name="Sunbin Kim" userId="54d11c9c6284e2f4" providerId="LiveId" clId="{C6AC48D2-569F-4046-A812-EBF704DD9987}" dt="2024-11-11T07:43:54.964" v="18531" actId="20577"/>
          <ac:spMkLst>
            <pc:docMk/>
            <pc:sldMk cId="3870680175" sldId="354"/>
            <ac:spMk id="143" creationId="{25BB3D5C-8A25-B946-892C-C97C059BE09A}"/>
          </ac:spMkLst>
        </pc:spChg>
        <pc:spChg chg="mod">
          <ac:chgData name="Sunbin Kim" userId="54d11c9c6284e2f4" providerId="LiveId" clId="{C6AC48D2-569F-4046-A812-EBF704DD9987}" dt="2024-11-08T07:28:21.912" v="8952" actId="20577"/>
          <ac:spMkLst>
            <pc:docMk/>
            <pc:sldMk cId="3870680175" sldId="354"/>
            <ac:spMk id="148" creationId="{F6132184-A1BA-8223-3E31-BA878A68417A}"/>
          </ac:spMkLst>
        </pc:spChg>
        <pc:spChg chg="mod">
          <ac:chgData name="Sunbin Kim" userId="54d11c9c6284e2f4" providerId="LiveId" clId="{C6AC48D2-569F-4046-A812-EBF704DD9987}" dt="2024-11-08T07:27:41.468" v="8826" actId="20577"/>
          <ac:spMkLst>
            <pc:docMk/>
            <pc:sldMk cId="3870680175" sldId="354"/>
            <ac:spMk id="150" creationId="{BCE088B2-773C-90D1-C7F9-6C5DAF0CB347}"/>
          </ac:spMkLst>
        </pc:spChg>
        <pc:spChg chg="mod">
          <ac:chgData name="Sunbin Kim" userId="54d11c9c6284e2f4" providerId="LiveId" clId="{C6AC48D2-569F-4046-A812-EBF704DD9987}" dt="2024-11-08T07:30:58.740" v="9206" actId="20577"/>
          <ac:spMkLst>
            <pc:docMk/>
            <pc:sldMk cId="3870680175" sldId="354"/>
            <ac:spMk id="153" creationId="{7B47DA2E-9838-AAC8-2A9B-C2727088A170}"/>
          </ac:spMkLst>
        </pc:spChg>
        <pc:spChg chg="mod">
          <ac:chgData name="Sunbin Kim" userId="54d11c9c6284e2f4" providerId="LiveId" clId="{C6AC48D2-569F-4046-A812-EBF704DD9987}" dt="2024-11-11T07:44:36.074" v="18569" actId="20577"/>
          <ac:spMkLst>
            <pc:docMk/>
            <pc:sldMk cId="3870680175" sldId="354"/>
            <ac:spMk id="158" creationId="{C768E630-94F6-CBCF-BFC4-6758016E41F7}"/>
          </ac:spMkLst>
        </pc:spChg>
        <pc:spChg chg="mod">
          <ac:chgData name="Sunbin Kim" userId="54d11c9c6284e2f4" providerId="LiveId" clId="{C6AC48D2-569F-4046-A812-EBF704DD9987}" dt="2024-11-08T07:31:49.097" v="9322" actId="6549"/>
          <ac:spMkLst>
            <pc:docMk/>
            <pc:sldMk cId="3870680175" sldId="354"/>
            <ac:spMk id="160" creationId="{024DCE4F-8AD6-B548-0C86-E6B137BF07A2}"/>
          </ac:spMkLst>
        </pc:spChg>
        <pc:spChg chg="mod">
          <ac:chgData name="Sunbin Kim" userId="54d11c9c6284e2f4" providerId="LiveId" clId="{C6AC48D2-569F-4046-A812-EBF704DD9987}" dt="2024-11-08T07:28:56.324" v="8993" actId="20577"/>
          <ac:spMkLst>
            <pc:docMk/>
            <pc:sldMk cId="3870680175" sldId="354"/>
            <ac:spMk id="163" creationId="{0BA23CCA-1DFF-F96C-7C63-7E745AF76D39}"/>
          </ac:spMkLst>
        </pc:spChg>
        <pc:spChg chg="mod">
          <ac:chgData name="Sunbin Kim" userId="54d11c9c6284e2f4" providerId="LiveId" clId="{C6AC48D2-569F-4046-A812-EBF704DD9987}" dt="2024-11-08T07:41:58.698" v="9644" actId="20577"/>
          <ac:spMkLst>
            <pc:docMk/>
            <pc:sldMk cId="3870680175" sldId="354"/>
            <ac:spMk id="168" creationId="{174695DA-D485-813E-E1D3-42D8DC6448CA}"/>
          </ac:spMkLst>
        </pc:spChg>
        <pc:spChg chg="mod">
          <ac:chgData name="Sunbin Kim" userId="54d11c9c6284e2f4" providerId="LiveId" clId="{C6AC48D2-569F-4046-A812-EBF704DD9987}" dt="2024-11-08T07:41:43.561" v="9549" actId="20577"/>
          <ac:spMkLst>
            <pc:docMk/>
            <pc:sldMk cId="3870680175" sldId="354"/>
            <ac:spMk id="170" creationId="{296444ED-1D5E-9C3B-FDB5-5EAA0289E920}"/>
          </ac:spMkLst>
        </pc:spChg>
        <pc:spChg chg="mod">
          <ac:chgData name="Sunbin Kim" userId="54d11c9c6284e2f4" providerId="LiveId" clId="{C6AC48D2-569F-4046-A812-EBF704DD9987}" dt="2024-11-11T07:44:16.559" v="18543" actId="20577"/>
          <ac:spMkLst>
            <pc:docMk/>
            <pc:sldMk cId="3870680175" sldId="354"/>
            <ac:spMk id="173" creationId="{2740B57E-D673-A8D3-3C5E-10BD1A082791}"/>
          </ac:spMkLst>
        </pc:spChg>
        <pc:spChg chg="mod">
          <ac:chgData name="Sunbin Kim" userId="54d11c9c6284e2f4" providerId="LiveId" clId="{C6AC48D2-569F-4046-A812-EBF704DD9987}" dt="2024-11-07T08:16:04.986" v="3203" actId="20577"/>
          <ac:spMkLst>
            <pc:docMk/>
            <pc:sldMk cId="3870680175" sldId="354"/>
            <ac:spMk id="177" creationId="{D8B7C736-AE2F-1DC3-AC4A-D0E32E1687AB}"/>
          </ac:spMkLst>
        </pc:spChg>
        <pc:grpChg chg="mod">
          <ac:chgData name="Sunbin Kim" userId="54d11c9c6284e2f4" providerId="LiveId" clId="{C6AC48D2-569F-4046-A812-EBF704DD9987}" dt="2024-11-07T08:24:24.474" v="3395" actId="14100"/>
          <ac:grpSpMkLst>
            <pc:docMk/>
            <pc:sldMk cId="3870680175" sldId="354"/>
            <ac:grpSpMk id="112" creationId="{A4A58D27-5D03-E1D4-B667-E9020F726E63}"/>
          </ac:grpSpMkLst>
        </pc:grpChg>
      </pc:sldChg>
      <pc:sldChg chg="addSp delSp modSp add mod">
        <pc:chgData name="Sunbin Kim" userId="54d11c9c6284e2f4" providerId="LiveId" clId="{C6AC48D2-569F-4046-A812-EBF704DD9987}" dt="2024-11-13T01:47:18.141" v="27318" actId="20577"/>
        <pc:sldMkLst>
          <pc:docMk/>
          <pc:sldMk cId="1357765388" sldId="355"/>
        </pc:sldMkLst>
      </pc:sldChg>
      <pc:sldChg chg="addSp delSp modSp add mod">
        <pc:chgData name="Sunbin Kim" userId="54d11c9c6284e2f4" providerId="LiveId" clId="{C6AC48D2-569F-4046-A812-EBF704DD9987}" dt="2024-11-11T07:43:34.637" v="18522"/>
        <pc:sldMkLst>
          <pc:docMk/>
          <pc:sldMk cId="588299219" sldId="356"/>
        </pc:sldMkLst>
        <pc:spChg chg="add mod">
          <ac:chgData name="Sunbin Kim" userId="54d11c9c6284e2f4" providerId="LiveId" clId="{C6AC48D2-569F-4046-A812-EBF704DD9987}" dt="2024-11-08T00:01:13.457" v="4230" actId="12788"/>
          <ac:spMkLst>
            <pc:docMk/>
            <pc:sldMk cId="588299219" sldId="356"/>
            <ac:spMk id="2" creationId="{6F80631B-3C73-0EE1-64AE-69899CBEDAD6}"/>
          </ac:spMkLst>
        </pc:spChg>
        <pc:spChg chg="add mod">
          <ac:chgData name="Sunbin Kim" userId="54d11c9c6284e2f4" providerId="LiveId" clId="{C6AC48D2-569F-4046-A812-EBF704DD9987}" dt="2024-11-08T00:01:13.457" v="4230" actId="12788"/>
          <ac:spMkLst>
            <pc:docMk/>
            <pc:sldMk cId="588299219" sldId="356"/>
            <ac:spMk id="3" creationId="{7BB5B02D-E0AC-8A8C-3A2B-0EA7BED713F2}"/>
          </ac:spMkLst>
        </pc:spChg>
        <pc:spChg chg="mod topLvl">
          <ac:chgData name="Sunbin Kim" userId="54d11c9c6284e2f4" providerId="LiveId" clId="{C6AC48D2-569F-4046-A812-EBF704DD9987}" dt="2024-11-11T00:25:11.985" v="10717"/>
          <ac:spMkLst>
            <pc:docMk/>
            <pc:sldMk cId="588299219" sldId="356"/>
            <ac:spMk id="16" creationId="{71EE3000-D096-3767-168F-E2D6A01941AB}"/>
          </ac:spMkLst>
        </pc:spChg>
        <pc:spChg chg="mod topLvl">
          <ac:chgData name="Sunbin Kim" userId="54d11c9c6284e2f4" providerId="LiveId" clId="{C6AC48D2-569F-4046-A812-EBF704DD9987}" dt="2024-11-11T00:25:11.985" v="10717"/>
          <ac:spMkLst>
            <pc:docMk/>
            <pc:sldMk cId="588299219" sldId="356"/>
            <ac:spMk id="17" creationId="{A70E22C3-817A-2743-DA78-F2F9299B9A30}"/>
          </ac:spMkLst>
        </pc:spChg>
        <pc:spChg chg="mod topLvl">
          <ac:chgData name="Sunbin Kim" userId="54d11c9c6284e2f4" providerId="LiveId" clId="{C6AC48D2-569F-4046-A812-EBF704DD9987}" dt="2024-11-11T00:25:11.985" v="10717"/>
          <ac:spMkLst>
            <pc:docMk/>
            <pc:sldMk cId="588299219" sldId="356"/>
            <ac:spMk id="19" creationId="{29B96B97-259E-1785-52DE-504E5ED13AE6}"/>
          </ac:spMkLst>
        </pc:spChg>
        <pc:spChg chg="mod topLvl">
          <ac:chgData name="Sunbin Kim" userId="54d11c9c6284e2f4" providerId="LiveId" clId="{C6AC48D2-569F-4046-A812-EBF704DD9987}" dt="2024-11-11T00:25:11.985" v="10717"/>
          <ac:spMkLst>
            <pc:docMk/>
            <pc:sldMk cId="588299219" sldId="356"/>
            <ac:spMk id="20" creationId="{63C8A670-DADE-E720-68C8-2F228F195B4B}"/>
          </ac:spMkLst>
        </pc:spChg>
        <pc:spChg chg="mod topLvl">
          <ac:chgData name="Sunbin Kim" userId="54d11c9c6284e2f4" providerId="LiveId" clId="{C6AC48D2-569F-4046-A812-EBF704DD9987}" dt="2024-11-11T00:25:11.985" v="10717"/>
          <ac:spMkLst>
            <pc:docMk/>
            <pc:sldMk cId="588299219" sldId="356"/>
            <ac:spMk id="22" creationId="{FC5B1275-A855-A452-B0CE-BCA003CDF4A3}"/>
          </ac:spMkLst>
        </pc:spChg>
        <pc:spChg chg="mod topLvl">
          <ac:chgData name="Sunbin Kim" userId="54d11c9c6284e2f4" providerId="LiveId" clId="{C6AC48D2-569F-4046-A812-EBF704DD9987}" dt="2024-11-11T00:25:11.985" v="10717"/>
          <ac:spMkLst>
            <pc:docMk/>
            <pc:sldMk cId="588299219" sldId="356"/>
            <ac:spMk id="23" creationId="{BFB6C534-929C-F4CF-0A41-65F117966F00}"/>
          </ac:spMkLst>
        </pc:spChg>
        <pc:spChg chg="mod topLvl">
          <ac:chgData name="Sunbin Kim" userId="54d11c9c6284e2f4" providerId="LiveId" clId="{C6AC48D2-569F-4046-A812-EBF704DD9987}" dt="2024-11-11T00:25:11.985" v="10717"/>
          <ac:spMkLst>
            <pc:docMk/>
            <pc:sldMk cId="588299219" sldId="356"/>
            <ac:spMk id="25" creationId="{9ABF94CE-5B04-F146-05F2-A1BBFFFB51AC}"/>
          </ac:spMkLst>
        </pc:spChg>
        <pc:spChg chg="mod topLvl">
          <ac:chgData name="Sunbin Kim" userId="54d11c9c6284e2f4" providerId="LiveId" clId="{C6AC48D2-569F-4046-A812-EBF704DD9987}" dt="2024-11-11T00:25:11.985" v="10717"/>
          <ac:spMkLst>
            <pc:docMk/>
            <pc:sldMk cId="588299219" sldId="356"/>
            <ac:spMk id="26" creationId="{9D262B64-7734-45B5-19CA-A5407C788C47}"/>
          </ac:spMkLst>
        </pc:spChg>
        <pc:spChg chg="add mod">
          <ac:chgData name="Sunbin Kim" userId="54d11c9c6284e2f4" providerId="LiveId" clId="{C6AC48D2-569F-4046-A812-EBF704DD9987}" dt="2024-11-11T00:25:11.985" v="10717"/>
          <ac:spMkLst>
            <pc:docMk/>
            <pc:sldMk cId="588299219" sldId="356"/>
            <ac:spMk id="30" creationId="{6B54AFDC-B511-112E-432A-2C8DA3551427}"/>
          </ac:spMkLst>
        </pc:spChg>
        <pc:spChg chg="add mod">
          <ac:chgData name="Sunbin Kim" userId="54d11c9c6284e2f4" providerId="LiveId" clId="{C6AC48D2-569F-4046-A812-EBF704DD9987}" dt="2024-11-11T00:25:11.985" v="10717"/>
          <ac:spMkLst>
            <pc:docMk/>
            <pc:sldMk cId="588299219" sldId="356"/>
            <ac:spMk id="31" creationId="{65765390-EF2D-D32E-3523-8B3E5FE42418}"/>
          </ac:spMkLst>
        </pc:spChg>
        <pc:spChg chg="add mod">
          <ac:chgData name="Sunbin Kim" userId="54d11c9c6284e2f4" providerId="LiveId" clId="{C6AC48D2-569F-4046-A812-EBF704DD9987}" dt="2024-11-11T00:25:11.985" v="10717"/>
          <ac:spMkLst>
            <pc:docMk/>
            <pc:sldMk cId="588299219" sldId="356"/>
            <ac:spMk id="32" creationId="{27E991E3-7742-2D26-7301-9AEF758E0C47}"/>
          </ac:spMkLst>
        </pc:spChg>
        <pc:spChg chg="add mod">
          <ac:chgData name="Sunbin Kim" userId="54d11c9c6284e2f4" providerId="LiveId" clId="{C6AC48D2-569F-4046-A812-EBF704DD9987}" dt="2024-11-11T00:25:11.985" v="10717"/>
          <ac:spMkLst>
            <pc:docMk/>
            <pc:sldMk cId="588299219" sldId="356"/>
            <ac:spMk id="33" creationId="{D9C3A81F-B66B-B68C-E86B-AA56F2332C61}"/>
          </ac:spMkLst>
        </pc:spChg>
        <pc:spChg chg="mod">
          <ac:chgData name="Sunbin Kim" userId="54d11c9c6284e2f4" providerId="LiveId" clId="{C6AC48D2-569F-4046-A812-EBF704DD9987}" dt="2024-11-07T08:43:56.257" v="3892" actId="20577"/>
          <ac:spMkLst>
            <pc:docMk/>
            <pc:sldMk cId="588299219" sldId="356"/>
            <ac:spMk id="177" creationId="{8D0DFCAB-40A7-FA19-D718-A2230AF96B1F}"/>
          </ac:spMkLst>
        </pc:spChg>
        <pc:grpChg chg="mod">
          <ac:chgData name="Sunbin Kim" userId="54d11c9c6284e2f4" providerId="LiveId" clId="{C6AC48D2-569F-4046-A812-EBF704DD9987}" dt="2024-11-11T00:24:35.541" v="10700" actId="1076"/>
          <ac:grpSpMkLst>
            <pc:docMk/>
            <pc:sldMk cId="588299219" sldId="356"/>
            <ac:grpSpMk id="87" creationId="{D28E5C6C-D8E7-527A-B24B-F154F03266BD}"/>
          </ac:grpSpMkLst>
        </pc:grpChg>
        <pc:cxnChg chg="add mod ord">
          <ac:chgData name="Sunbin Kim" userId="54d11c9c6284e2f4" providerId="LiveId" clId="{C6AC48D2-569F-4046-A812-EBF704DD9987}" dt="2024-11-11T00:25:11.985" v="10717"/>
          <ac:cxnSpMkLst>
            <pc:docMk/>
            <pc:sldMk cId="588299219" sldId="356"/>
            <ac:cxnSpMk id="10" creationId="{EC519F1A-3838-3C87-0B94-B293A0F7242A}"/>
          </ac:cxnSpMkLst>
        </pc:cxnChg>
        <pc:cxnChg chg="mod topLvl">
          <ac:chgData name="Sunbin Kim" userId="54d11c9c6284e2f4" providerId="LiveId" clId="{C6AC48D2-569F-4046-A812-EBF704DD9987}" dt="2024-11-11T00:25:11.985" v="10717"/>
          <ac:cxnSpMkLst>
            <pc:docMk/>
            <pc:sldMk cId="588299219" sldId="356"/>
            <ac:cxnSpMk id="15" creationId="{8B54640D-F66E-F4FF-8C0E-451FF88B0BCC}"/>
          </ac:cxnSpMkLst>
        </pc:cxnChg>
        <pc:cxnChg chg="mod topLvl">
          <ac:chgData name="Sunbin Kim" userId="54d11c9c6284e2f4" providerId="LiveId" clId="{C6AC48D2-569F-4046-A812-EBF704DD9987}" dt="2024-11-11T00:25:11.985" v="10717"/>
          <ac:cxnSpMkLst>
            <pc:docMk/>
            <pc:sldMk cId="588299219" sldId="356"/>
            <ac:cxnSpMk id="18" creationId="{8767F773-BBF6-C97F-B2C6-263892B15917}"/>
          </ac:cxnSpMkLst>
        </pc:cxnChg>
        <pc:cxnChg chg="mod topLvl">
          <ac:chgData name="Sunbin Kim" userId="54d11c9c6284e2f4" providerId="LiveId" clId="{C6AC48D2-569F-4046-A812-EBF704DD9987}" dt="2024-11-11T00:25:11.985" v="10717"/>
          <ac:cxnSpMkLst>
            <pc:docMk/>
            <pc:sldMk cId="588299219" sldId="356"/>
            <ac:cxnSpMk id="21" creationId="{A6776B74-9C88-9B51-C6EB-539E7A3479C3}"/>
          </ac:cxnSpMkLst>
        </pc:cxnChg>
        <pc:cxnChg chg="mod topLvl">
          <ac:chgData name="Sunbin Kim" userId="54d11c9c6284e2f4" providerId="LiveId" clId="{C6AC48D2-569F-4046-A812-EBF704DD9987}" dt="2024-11-11T00:25:11.985" v="10717"/>
          <ac:cxnSpMkLst>
            <pc:docMk/>
            <pc:sldMk cId="588299219" sldId="356"/>
            <ac:cxnSpMk id="24" creationId="{8A59F5B7-6F21-5E0E-B630-6CEDDAE6758E}"/>
          </ac:cxnSpMkLst>
        </pc:cxnChg>
        <pc:cxnChg chg="add mod">
          <ac:chgData name="Sunbin Kim" userId="54d11c9c6284e2f4" providerId="LiveId" clId="{C6AC48D2-569F-4046-A812-EBF704DD9987}" dt="2024-11-11T00:25:11.985" v="10717"/>
          <ac:cxnSpMkLst>
            <pc:docMk/>
            <pc:sldMk cId="588299219" sldId="356"/>
            <ac:cxnSpMk id="29" creationId="{C85BC56C-582B-965A-7F13-B1611A739DFD}"/>
          </ac:cxnSpMkLst>
        </pc:cxnChg>
      </pc:sldChg>
      <pc:sldChg chg="addSp delSp modSp add mod ord">
        <pc:chgData name="Sunbin Kim" userId="54d11c9c6284e2f4" providerId="LiveId" clId="{C6AC48D2-569F-4046-A812-EBF704DD9987}" dt="2024-11-11T02:37:03.647" v="11995"/>
        <pc:sldMkLst>
          <pc:docMk/>
          <pc:sldMk cId="3114727774" sldId="357"/>
        </pc:sldMkLst>
      </pc:sldChg>
      <pc:sldChg chg="addSp delSp modSp add mod">
        <pc:chgData name="Sunbin Kim" userId="54d11c9c6284e2f4" providerId="LiveId" clId="{C6AC48D2-569F-4046-A812-EBF704DD9987}" dt="2024-11-12T08:34:49.512" v="26904" actId="20577"/>
        <pc:sldMkLst>
          <pc:docMk/>
          <pc:sldMk cId="1481704067" sldId="358"/>
        </pc:sldMkLst>
      </pc:sldChg>
      <pc:sldChg chg="addSp delSp modSp add mod">
        <pc:chgData name="Sunbin Kim" userId="54d11c9c6284e2f4" providerId="LiveId" clId="{C6AC48D2-569F-4046-A812-EBF704DD9987}" dt="2024-11-12T08:34:53.162" v="26913" actId="20577"/>
        <pc:sldMkLst>
          <pc:docMk/>
          <pc:sldMk cId="294715123" sldId="359"/>
        </pc:sldMkLst>
      </pc:sldChg>
      <pc:sldChg chg="addSp delSp modSp add mod ord">
        <pc:chgData name="Sunbin Kim" userId="54d11c9c6284e2f4" providerId="LiveId" clId="{C6AC48D2-569F-4046-A812-EBF704DD9987}" dt="2024-11-13T00:00:08.657" v="27266" actId="20577"/>
        <pc:sldMkLst>
          <pc:docMk/>
          <pc:sldMk cId="2882043628" sldId="360"/>
        </pc:sldMkLst>
      </pc:sldChg>
      <pc:sldChg chg="delSp modSp add mod ord">
        <pc:chgData name="Sunbin Kim" userId="54d11c9c6284e2f4" providerId="LiveId" clId="{C6AC48D2-569F-4046-A812-EBF704DD9987}" dt="2024-11-13T01:36:19.541" v="27267" actId="6549"/>
        <pc:sldMkLst>
          <pc:docMk/>
          <pc:sldMk cId="1321040034" sldId="361"/>
        </pc:sldMkLst>
      </pc:sldChg>
      <pc:sldChg chg="addSp delSp modSp add mod">
        <pc:chgData name="Sunbin Kim" userId="54d11c9c6284e2f4" providerId="LiveId" clId="{C6AC48D2-569F-4046-A812-EBF704DD9987}" dt="2024-11-12T08:34:57.834" v="26923" actId="20577"/>
        <pc:sldMkLst>
          <pc:docMk/>
          <pc:sldMk cId="1538069063" sldId="362"/>
        </pc:sldMkLst>
      </pc:sldChg>
      <pc:sldChg chg="delSp modSp add del mod ord">
        <pc:chgData name="Sunbin Kim" userId="54d11c9c6284e2f4" providerId="LiveId" clId="{C6AC48D2-569F-4046-A812-EBF704DD9987}" dt="2024-11-12T06:11:11.731" v="23565" actId="47"/>
        <pc:sldMkLst>
          <pc:docMk/>
          <pc:sldMk cId="1836240565" sldId="363"/>
        </pc:sldMkLst>
      </pc:sldChg>
      <pc:sldChg chg="addSp delSp modSp add mod ord">
        <pc:chgData name="Sunbin Kim" userId="54d11c9c6284e2f4" providerId="LiveId" clId="{C6AC48D2-569F-4046-A812-EBF704DD9987}" dt="2024-11-12T08:35:06.139" v="26933" actId="20577"/>
        <pc:sldMkLst>
          <pc:docMk/>
          <pc:sldMk cId="1422249502" sldId="364"/>
        </pc:sldMkLst>
        <pc:spChg chg="mod">
          <ac:chgData name="Sunbin Kim" userId="54d11c9c6284e2f4" providerId="LiveId" clId="{C6AC48D2-569F-4046-A812-EBF704DD9987}" dt="2024-11-11T04:32:56.477" v="12698" actId="20577"/>
          <ac:spMkLst>
            <pc:docMk/>
            <pc:sldMk cId="1422249502" sldId="364"/>
            <ac:spMk id="85" creationId="{3D93F7B2-AD37-BB57-3568-CB21840BC3A4}"/>
          </ac:spMkLst>
        </pc:spChg>
        <pc:spChg chg="mod">
          <ac:chgData name="Sunbin Kim" userId="54d11c9c6284e2f4" providerId="LiveId" clId="{C6AC48D2-569F-4046-A812-EBF704DD9987}" dt="2024-11-11T04:32:36.874" v="12638" actId="20577"/>
          <ac:spMkLst>
            <pc:docMk/>
            <pc:sldMk cId="1422249502" sldId="364"/>
            <ac:spMk id="86" creationId="{97086102-4FCA-B500-2A6E-D842936650BC}"/>
          </ac:spMkLst>
        </pc:spChg>
        <pc:spChg chg="mod">
          <ac:chgData name="Sunbin Kim" userId="54d11c9c6284e2f4" providerId="LiveId" clId="{C6AC48D2-569F-4046-A812-EBF704DD9987}" dt="2024-11-11T09:26:16.867" v="21603" actId="20577"/>
          <ac:spMkLst>
            <pc:docMk/>
            <pc:sldMk cId="1422249502" sldId="364"/>
            <ac:spMk id="87" creationId="{42FA9B0A-F452-F005-A7E0-7894A154117E}"/>
          </ac:spMkLst>
        </pc:spChg>
        <pc:spChg chg="mod">
          <ac:chgData name="Sunbin Kim" userId="54d11c9c6284e2f4" providerId="LiveId" clId="{C6AC48D2-569F-4046-A812-EBF704DD9987}" dt="2024-11-12T08:35:06.139" v="26933" actId="20577"/>
          <ac:spMkLst>
            <pc:docMk/>
            <pc:sldMk cId="1422249502" sldId="364"/>
            <ac:spMk id="109" creationId="{041AC6BD-7C7B-BF50-4541-E547018E1E52}"/>
          </ac:spMkLst>
        </pc:spChg>
        <pc:spChg chg="mod">
          <ac:chgData name="Sunbin Kim" userId="54d11c9c6284e2f4" providerId="LiveId" clId="{C6AC48D2-569F-4046-A812-EBF704DD9987}" dt="2024-11-12T08:35:01.895" v="26925" actId="20577"/>
          <ac:spMkLst>
            <pc:docMk/>
            <pc:sldMk cId="1422249502" sldId="364"/>
            <ac:spMk id="195" creationId="{BCA29B0F-F428-3742-A895-7EC4FDBC1733}"/>
          </ac:spMkLst>
        </pc:spChg>
      </pc:sldChg>
      <pc:sldChg chg="addSp delSp modSp add mod">
        <pc:chgData name="Sunbin Kim" userId="54d11c9c6284e2f4" providerId="LiveId" clId="{C6AC48D2-569F-4046-A812-EBF704DD9987}" dt="2024-11-11T05:47:21.684" v="13492" actId="20577"/>
        <pc:sldMkLst>
          <pc:docMk/>
          <pc:sldMk cId="1788817296" sldId="365"/>
        </pc:sldMkLst>
        <pc:spChg chg="mod topLvl">
          <ac:chgData name="Sunbin Kim" userId="54d11c9c6284e2f4" providerId="LiveId" clId="{C6AC48D2-569F-4046-A812-EBF704DD9987}" dt="2024-11-11T05:28:23.319" v="12875" actId="165"/>
          <ac:spMkLst>
            <pc:docMk/>
            <pc:sldMk cId="1788817296" sldId="365"/>
            <ac:spMk id="4" creationId="{CA2BF556-B562-B523-4913-E47EC31A2EB2}"/>
          </ac:spMkLst>
        </pc:spChg>
        <pc:spChg chg="mod topLvl">
          <ac:chgData name="Sunbin Kim" userId="54d11c9c6284e2f4" providerId="LiveId" clId="{C6AC48D2-569F-4046-A812-EBF704DD9987}" dt="2024-11-11T05:28:23.319" v="12875" actId="165"/>
          <ac:spMkLst>
            <pc:docMk/>
            <pc:sldMk cId="1788817296" sldId="365"/>
            <ac:spMk id="6" creationId="{A32B29AD-DCC7-7B3E-51B6-5094E3812BBD}"/>
          </ac:spMkLst>
        </pc:spChg>
        <pc:spChg chg="mod topLvl">
          <ac:chgData name="Sunbin Kim" userId="54d11c9c6284e2f4" providerId="LiveId" clId="{C6AC48D2-569F-4046-A812-EBF704DD9987}" dt="2024-11-11T05:28:23.319" v="12875" actId="165"/>
          <ac:spMkLst>
            <pc:docMk/>
            <pc:sldMk cId="1788817296" sldId="365"/>
            <ac:spMk id="7" creationId="{83A9D30A-6918-A89B-4D6B-E5381584C7A3}"/>
          </ac:spMkLst>
        </pc:spChg>
        <pc:spChg chg="mod topLvl">
          <ac:chgData name="Sunbin Kim" userId="54d11c9c6284e2f4" providerId="LiveId" clId="{C6AC48D2-569F-4046-A812-EBF704DD9987}" dt="2024-11-11T05:28:23.319" v="12875" actId="165"/>
          <ac:spMkLst>
            <pc:docMk/>
            <pc:sldMk cId="1788817296" sldId="365"/>
            <ac:spMk id="8" creationId="{7F2F93CA-2720-1ADA-B3A0-F48B4C6BFCAF}"/>
          </ac:spMkLst>
        </pc:spChg>
        <pc:spChg chg="mod topLvl">
          <ac:chgData name="Sunbin Kim" userId="54d11c9c6284e2f4" providerId="LiveId" clId="{C6AC48D2-569F-4046-A812-EBF704DD9987}" dt="2024-11-11T05:28:23.319" v="12875" actId="165"/>
          <ac:spMkLst>
            <pc:docMk/>
            <pc:sldMk cId="1788817296" sldId="365"/>
            <ac:spMk id="9" creationId="{D0BB7CE3-3B98-DAE4-E3FC-CB8A9AD09D15}"/>
          </ac:spMkLst>
        </pc:spChg>
        <pc:spChg chg="mod topLvl">
          <ac:chgData name="Sunbin Kim" userId="54d11c9c6284e2f4" providerId="LiveId" clId="{C6AC48D2-569F-4046-A812-EBF704DD9987}" dt="2024-11-11T05:28:23.319" v="12875" actId="165"/>
          <ac:spMkLst>
            <pc:docMk/>
            <pc:sldMk cId="1788817296" sldId="365"/>
            <ac:spMk id="10" creationId="{4DDD14B9-E661-EF23-B87F-3480FA4FEC70}"/>
          </ac:spMkLst>
        </pc:spChg>
        <pc:spChg chg="mod topLvl">
          <ac:chgData name="Sunbin Kim" userId="54d11c9c6284e2f4" providerId="LiveId" clId="{C6AC48D2-569F-4046-A812-EBF704DD9987}" dt="2024-11-11T05:28:23.319" v="12875" actId="165"/>
          <ac:spMkLst>
            <pc:docMk/>
            <pc:sldMk cId="1788817296" sldId="365"/>
            <ac:spMk id="11" creationId="{01C344F7-2B1C-17AF-1DC4-ACA4EF3B3EA3}"/>
          </ac:spMkLst>
        </pc:spChg>
        <pc:spChg chg="mod topLvl">
          <ac:chgData name="Sunbin Kim" userId="54d11c9c6284e2f4" providerId="LiveId" clId="{C6AC48D2-569F-4046-A812-EBF704DD9987}" dt="2024-11-11T05:28:23.319" v="12875" actId="165"/>
          <ac:spMkLst>
            <pc:docMk/>
            <pc:sldMk cId="1788817296" sldId="365"/>
            <ac:spMk id="12" creationId="{C87705BC-A4AE-EA78-5D69-44A5C0A2B33A}"/>
          </ac:spMkLst>
        </pc:spChg>
        <pc:spChg chg="mod topLvl">
          <ac:chgData name="Sunbin Kim" userId="54d11c9c6284e2f4" providerId="LiveId" clId="{C6AC48D2-569F-4046-A812-EBF704DD9987}" dt="2024-11-11T05:28:24.857" v="12876" actId="165"/>
          <ac:spMkLst>
            <pc:docMk/>
            <pc:sldMk cId="1788817296" sldId="365"/>
            <ac:spMk id="22" creationId="{3D3A72CB-35CA-98BC-AD0B-253E6D2C4AE0}"/>
          </ac:spMkLst>
        </pc:spChg>
        <pc:spChg chg="mod topLvl">
          <ac:chgData name="Sunbin Kim" userId="54d11c9c6284e2f4" providerId="LiveId" clId="{C6AC48D2-569F-4046-A812-EBF704DD9987}" dt="2024-11-11T05:28:31.900" v="12896" actId="20577"/>
          <ac:spMkLst>
            <pc:docMk/>
            <pc:sldMk cId="1788817296" sldId="365"/>
            <ac:spMk id="23" creationId="{7893869C-D9CF-4B00-18A5-13320FCD461C}"/>
          </ac:spMkLst>
        </pc:spChg>
        <pc:spChg chg="mod topLvl">
          <ac:chgData name="Sunbin Kim" userId="54d11c9c6284e2f4" providerId="LiveId" clId="{C6AC48D2-569F-4046-A812-EBF704DD9987}" dt="2024-11-11T05:28:24.857" v="12876" actId="165"/>
          <ac:spMkLst>
            <pc:docMk/>
            <pc:sldMk cId="1788817296" sldId="365"/>
            <ac:spMk id="24" creationId="{639FAB5D-EF03-FE49-D8C9-40FE13A845E9}"/>
          </ac:spMkLst>
        </pc:spChg>
        <pc:spChg chg="mod topLvl">
          <ac:chgData name="Sunbin Kim" userId="54d11c9c6284e2f4" providerId="LiveId" clId="{C6AC48D2-569F-4046-A812-EBF704DD9987}" dt="2024-11-11T05:39:57.653" v="13255" actId="6549"/>
          <ac:spMkLst>
            <pc:docMk/>
            <pc:sldMk cId="1788817296" sldId="365"/>
            <ac:spMk id="25" creationId="{DA7A2575-0CAD-7D84-63AE-8AECEE923987}"/>
          </ac:spMkLst>
        </pc:spChg>
        <pc:spChg chg="mod topLvl">
          <ac:chgData name="Sunbin Kim" userId="54d11c9c6284e2f4" providerId="LiveId" clId="{C6AC48D2-569F-4046-A812-EBF704DD9987}" dt="2024-11-11T05:28:24.857" v="12876" actId="165"/>
          <ac:spMkLst>
            <pc:docMk/>
            <pc:sldMk cId="1788817296" sldId="365"/>
            <ac:spMk id="26" creationId="{1611487D-B1C0-FE67-40B7-46D774D5B848}"/>
          </ac:spMkLst>
        </pc:spChg>
        <pc:spChg chg="mod topLvl">
          <ac:chgData name="Sunbin Kim" userId="54d11c9c6284e2f4" providerId="LiveId" clId="{C6AC48D2-569F-4046-A812-EBF704DD9987}" dt="2024-11-11T05:39:54.288" v="13253" actId="6549"/>
          <ac:spMkLst>
            <pc:docMk/>
            <pc:sldMk cId="1788817296" sldId="365"/>
            <ac:spMk id="27" creationId="{4C587328-0966-DBCD-5E79-819224810C3E}"/>
          </ac:spMkLst>
        </pc:spChg>
        <pc:spChg chg="mod topLvl">
          <ac:chgData name="Sunbin Kim" userId="54d11c9c6284e2f4" providerId="LiveId" clId="{C6AC48D2-569F-4046-A812-EBF704DD9987}" dt="2024-11-11T05:28:24.857" v="12876" actId="165"/>
          <ac:spMkLst>
            <pc:docMk/>
            <pc:sldMk cId="1788817296" sldId="365"/>
            <ac:spMk id="28" creationId="{D62AC156-3B6F-432F-F14F-C76D9F67AD17}"/>
          </ac:spMkLst>
        </pc:spChg>
        <pc:spChg chg="mod topLvl">
          <ac:chgData name="Sunbin Kim" userId="54d11c9c6284e2f4" providerId="LiveId" clId="{C6AC48D2-569F-4046-A812-EBF704DD9987}" dt="2024-11-11T05:28:44.122" v="12960" actId="20577"/>
          <ac:spMkLst>
            <pc:docMk/>
            <pc:sldMk cId="1788817296" sldId="365"/>
            <ac:spMk id="29" creationId="{5D6B8AE0-5377-0696-3F76-20CF6DE4A73E}"/>
          </ac:spMkLst>
        </pc:spChg>
        <pc:spChg chg="mod">
          <ac:chgData name="Sunbin Kim" userId="54d11c9c6284e2f4" providerId="LiveId" clId="{C6AC48D2-569F-4046-A812-EBF704DD9987}" dt="2024-11-11T05:47:21.684" v="13492" actId="20577"/>
          <ac:spMkLst>
            <pc:docMk/>
            <pc:sldMk cId="1788817296" sldId="365"/>
            <ac:spMk id="51" creationId="{3E177425-4E82-B4A5-25D8-057582FF4F85}"/>
          </ac:spMkLst>
        </pc:spChg>
        <pc:spChg chg="mod">
          <ac:chgData name="Sunbin Kim" userId="54d11c9c6284e2f4" providerId="LiveId" clId="{C6AC48D2-569F-4046-A812-EBF704DD9987}" dt="2024-11-11T05:25:11.298" v="12729" actId="20577"/>
          <ac:spMkLst>
            <pc:docMk/>
            <pc:sldMk cId="1788817296" sldId="365"/>
            <ac:spMk id="52" creationId="{3BFD520F-744C-CD51-91D1-EBC7BE8C29A6}"/>
          </ac:spMkLst>
        </pc:spChg>
      </pc:sldChg>
      <pc:sldChg chg="addSp delSp modSp add mod">
        <pc:chgData name="Sunbin Kim" userId="54d11c9c6284e2f4" providerId="LiveId" clId="{C6AC48D2-569F-4046-A812-EBF704DD9987}" dt="2024-11-11T05:38:36.507" v="13119" actId="1037"/>
        <pc:sldMkLst>
          <pc:docMk/>
          <pc:sldMk cId="1637431802" sldId="366"/>
        </pc:sldMkLst>
      </pc:sldChg>
      <pc:sldChg chg="modSp add mod">
        <pc:chgData name="Sunbin Kim" userId="54d11c9c6284e2f4" providerId="LiveId" clId="{C6AC48D2-569F-4046-A812-EBF704DD9987}" dt="2024-11-11T05:38:47.802" v="13148" actId="20577"/>
        <pc:sldMkLst>
          <pc:docMk/>
          <pc:sldMk cId="2787453951" sldId="367"/>
        </pc:sldMkLst>
        <pc:spChg chg="mod">
          <ac:chgData name="Sunbin Kim" userId="54d11c9c6284e2f4" providerId="LiveId" clId="{C6AC48D2-569F-4046-A812-EBF704DD9987}" dt="2024-11-11T05:38:47.802" v="13148" actId="20577"/>
          <ac:spMkLst>
            <pc:docMk/>
            <pc:sldMk cId="2787453951" sldId="367"/>
            <ac:spMk id="27" creationId="{26906928-580B-887C-8200-67DA3A47D403}"/>
          </ac:spMkLst>
        </pc:spChg>
      </pc:sldChg>
      <pc:sldChg chg="modSp add mod">
        <pc:chgData name="Sunbin Kim" userId="54d11c9c6284e2f4" providerId="LiveId" clId="{C6AC48D2-569F-4046-A812-EBF704DD9987}" dt="2024-11-11T05:38:53.327" v="13162" actId="20577"/>
        <pc:sldMkLst>
          <pc:docMk/>
          <pc:sldMk cId="2914046687" sldId="368"/>
        </pc:sldMkLst>
        <pc:spChg chg="mod">
          <ac:chgData name="Sunbin Kim" userId="54d11c9c6284e2f4" providerId="LiveId" clId="{C6AC48D2-569F-4046-A812-EBF704DD9987}" dt="2024-11-11T05:38:53.327" v="13162" actId="20577"/>
          <ac:spMkLst>
            <pc:docMk/>
            <pc:sldMk cId="2914046687" sldId="368"/>
            <ac:spMk id="27" creationId="{FDF678CA-EC10-B309-857A-A0E1C10FEC18}"/>
          </ac:spMkLst>
        </pc:spChg>
      </pc:sldChg>
      <pc:sldChg chg="modSp add mod">
        <pc:chgData name="Sunbin Kim" userId="54d11c9c6284e2f4" providerId="LiveId" clId="{C6AC48D2-569F-4046-A812-EBF704DD9987}" dt="2024-11-11T05:39:17.703" v="13219" actId="20577"/>
        <pc:sldMkLst>
          <pc:docMk/>
          <pc:sldMk cId="2451728411" sldId="369"/>
        </pc:sldMkLst>
        <pc:spChg chg="mod">
          <ac:chgData name="Sunbin Kim" userId="54d11c9c6284e2f4" providerId="LiveId" clId="{C6AC48D2-569F-4046-A812-EBF704DD9987}" dt="2024-11-11T05:39:17.703" v="13219" actId="20577"/>
          <ac:spMkLst>
            <pc:docMk/>
            <pc:sldMk cId="2451728411" sldId="369"/>
            <ac:spMk id="27" creationId="{6A742488-7257-6B50-AAEC-8CB1119B34C1}"/>
          </ac:spMkLst>
        </pc:spChg>
      </pc:sldChg>
      <pc:sldChg chg="modSp add mod">
        <pc:chgData name="Sunbin Kim" userId="54d11c9c6284e2f4" providerId="LiveId" clId="{C6AC48D2-569F-4046-A812-EBF704DD9987}" dt="2024-11-11T05:39:19.446" v="13220" actId="20577"/>
        <pc:sldMkLst>
          <pc:docMk/>
          <pc:sldMk cId="981521906" sldId="370"/>
        </pc:sldMkLst>
        <pc:spChg chg="mod">
          <ac:chgData name="Sunbin Kim" userId="54d11c9c6284e2f4" providerId="LiveId" clId="{C6AC48D2-569F-4046-A812-EBF704DD9987}" dt="2024-11-11T05:39:19.446" v="13220" actId="20577"/>
          <ac:spMkLst>
            <pc:docMk/>
            <pc:sldMk cId="981521906" sldId="370"/>
            <ac:spMk id="27" creationId="{910117DF-2DF6-85F5-3707-806FB0659243}"/>
          </ac:spMkLst>
        </pc:spChg>
      </pc:sldChg>
      <pc:sldChg chg="modSp add mod">
        <pc:chgData name="Sunbin Kim" userId="54d11c9c6284e2f4" providerId="LiveId" clId="{C6AC48D2-569F-4046-A812-EBF704DD9987}" dt="2024-11-11T05:40:05.119" v="13257" actId="6549"/>
        <pc:sldMkLst>
          <pc:docMk/>
          <pc:sldMk cId="902108266" sldId="371"/>
        </pc:sldMkLst>
        <pc:spChg chg="mod">
          <ac:chgData name="Sunbin Kim" userId="54d11c9c6284e2f4" providerId="LiveId" clId="{C6AC48D2-569F-4046-A812-EBF704DD9987}" dt="2024-11-11T05:40:05.119" v="13257" actId="6549"/>
          <ac:spMkLst>
            <pc:docMk/>
            <pc:sldMk cId="902108266" sldId="371"/>
            <ac:spMk id="27" creationId="{B8DE6075-993F-CD8E-A479-E6958ECA6AE9}"/>
          </ac:spMkLst>
        </pc:spChg>
      </pc:sldChg>
      <pc:sldChg chg="modSp add mod">
        <pc:chgData name="Sunbin Kim" userId="54d11c9c6284e2f4" providerId="LiveId" clId="{C6AC48D2-569F-4046-A812-EBF704DD9987}" dt="2024-11-11T05:40:11.488" v="13274" actId="20577"/>
        <pc:sldMkLst>
          <pc:docMk/>
          <pc:sldMk cId="66590678" sldId="372"/>
        </pc:sldMkLst>
        <pc:spChg chg="mod">
          <ac:chgData name="Sunbin Kim" userId="54d11c9c6284e2f4" providerId="LiveId" clId="{C6AC48D2-569F-4046-A812-EBF704DD9987}" dt="2024-11-11T05:40:11.488" v="13274" actId="20577"/>
          <ac:spMkLst>
            <pc:docMk/>
            <pc:sldMk cId="66590678" sldId="372"/>
            <ac:spMk id="27" creationId="{EB9B641B-DED3-0625-C495-C03C15BDA605}"/>
          </ac:spMkLst>
        </pc:spChg>
      </pc:sldChg>
      <pc:sldChg chg="modSp add mod">
        <pc:chgData name="Sunbin Kim" userId="54d11c9c6284e2f4" providerId="LiveId" clId="{C6AC48D2-569F-4046-A812-EBF704DD9987}" dt="2024-11-11T05:40:16.584" v="13293" actId="20577"/>
        <pc:sldMkLst>
          <pc:docMk/>
          <pc:sldMk cId="674646292" sldId="373"/>
        </pc:sldMkLst>
        <pc:spChg chg="mod">
          <ac:chgData name="Sunbin Kim" userId="54d11c9c6284e2f4" providerId="LiveId" clId="{C6AC48D2-569F-4046-A812-EBF704DD9987}" dt="2024-11-11T05:40:16.584" v="13293" actId="20577"/>
          <ac:spMkLst>
            <pc:docMk/>
            <pc:sldMk cId="674646292" sldId="373"/>
            <ac:spMk id="27" creationId="{244B1FD4-27C4-0FFC-49C3-327186438828}"/>
          </ac:spMkLst>
        </pc:spChg>
      </pc:sldChg>
      <pc:sldChg chg="delSp modSp add mod">
        <pc:chgData name="Sunbin Kim" userId="54d11c9c6284e2f4" providerId="LiveId" clId="{C6AC48D2-569F-4046-A812-EBF704DD9987}" dt="2024-11-11T05:47:26.332" v="13496" actId="20577"/>
        <pc:sldMkLst>
          <pc:docMk/>
          <pc:sldMk cId="3353037395" sldId="374"/>
        </pc:sldMkLst>
        <pc:spChg chg="mod">
          <ac:chgData name="Sunbin Kim" userId="54d11c9c6284e2f4" providerId="LiveId" clId="{C6AC48D2-569F-4046-A812-EBF704DD9987}" dt="2024-11-11T05:43:35.752" v="13358" actId="20577"/>
          <ac:spMkLst>
            <pc:docMk/>
            <pc:sldMk cId="3353037395" sldId="374"/>
            <ac:spMk id="6" creationId="{5CFEE311-EB7C-273E-1388-7ECFDFB87632}"/>
          </ac:spMkLst>
        </pc:spChg>
        <pc:spChg chg="mod">
          <ac:chgData name="Sunbin Kim" userId="54d11c9c6284e2f4" providerId="LiveId" clId="{C6AC48D2-569F-4046-A812-EBF704DD9987}" dt="2024-11-11T05:43:39.314" v="13381" actId="20577"/>
          <ac:spMkLst>
            <pc:docMk/>
            <pc:sldMk cId="3353037395" sldId="374"/>
            <ac:spMk id="8" creationId="{1AC0FE8F-8EBF-5C06-64B1-AAD5CDC87FF0}"/>
          </ac:spMkLst>
        </pc:spChg>
        <pc:spChg chg="mod">
          <ac:chgData name="Sunbin Kim" userId="54d11c9c6284e2f4" providerId="LiveId" clId="{C6AC48D2-569F-4046-A812-EBF704DD9987}" dt="2024-11-11T05:43:43.275" v="13402" actId="20577"/>
          <ac:spMkLst>
            <pc:docMk/>
            <pc:sldMk cId="3353037395" sldId="374"/>
            <ac:spMk id="10" creationId="{A9C61E30-9BD6-C95D-FE77-BEE2662F94D1}"/>
          </ac:spMkLst>
        </pc:spChg>
        <pc:spChg chg="mod">
          <ac:chgData name="Sunbin Kim" userId="54d11c9c6284e2f4" providerId="LiveId" clId="{C6AC48D2-569F-4046-A812-EBF704DD9987}" dt="2024-11-11T05:44:03.897" v="13470" actId="20577"/>
          <ac:spMkLst>
            <pc:docMk/>
            <pc:sldMk cId="3353037395" sldId="374"/>
            <ac:spMk id="12" creationId="{649AB5CF-D723-2CE8-9927-F05AA018F2C2}"/>
          </ac:spMkLst>
        </pc:spChg>
        <pc:spChg chg="mod">
          <ac:chgData name="Sunbin Kim" userId="54d11c9c6284e2f4" providerId="LiveId" clId="{C6AC48D2-569F-4046-A812-EBF704DD9987}" dt="2024-11-11T05:47:26.332" v="13496" actId="20577"/>
          <ac:spMkLst>
            <pc:docMk/>
            <pc:sldMk cId="3353037395" sldId="374"/>
            <ac:spMk id="51" creationId="{BFC61E16-BF2D-45B0-ECD2-8736374DECE7}"/>
          </ac:spMkLst>
        </pc:spChg>
        <pc:spChg chg="mod">
          <ac:chgData name="Sunbin Kim" userId="54d11c9c6284e2f4" providerId="LiveId" clId="{C6AC48D2-569F-4046-A812-EBF704DD9987}" dt="2024-11-11T05:43:26.533" v="13332" actId="20577"/>
          <ac:spMkLst>
            <pc:docMk/>
            <pc:sldMk cId="3353037395" sldId="374"/>
            <ac:spMk id="52" creationId="{5E161A29-0B98-A47D-54F7-68B3889ABE25}"/>
          </ac:spMkLst>
        </pc:spChg>
      </pc:sldChg>
      <pc:sldChg chg="addSp modSp add del mod">
        <pc:chgData name="Sunbin Kim" userId="54d11c9c6284e2f4" providerId="LiveId" clId="{C6AC48D2-569F-4046-A812-EBF704DD9987}" dt="2024-11-11T09:22:47.131" v="21442" actId="47"/>
        <pc:sldMkLst>
          <pc:docMk/>
          <pc:sldMk cId="3142204393" sldId="375"/>
        </pc:sldMkLst>
      </pc:sldChg>
      <pc:sldChg chg="addSp delSp modSp add mod">
        <pc:chgData name="Sunbin Kim" userId="54d11c9c6284e2f4" providerId="LiveId" clId="{C6AC48D2-569F-4046-A812-EBF704DD9987}" dt="2024-11-11T09:11:37.360" v="20874"/>
        <pc:sldMkLst>
          <pc:docMk/>
          <pc:sldMk cId="3436252780" sldId="376"/>
        </pc:sldMkLst>
        <pc:spChg chg="mod">
          <ac:chgData name="Sunbin Kim" userId="54d11c9c6284e2f4" providerId="LiveId" clId="{C6AC48D2-569F-4046-A812-EBF704DD9987}" dt="2024-11-11T05:50:50.132" v="13549" actId="20577"/>
          <ac:spMkLst>
            <pc:docMk/>
            <pc:sldMk cId="3436252780" sldId="376"/>
            <ac:spMk id="18" creationId="{BA217F4E-3DC8-0F7D-96FF-9597DCFA40E6}"/>
          </ac:spMkLst>
        </pc:spChg>
        <pc:spChg chg="mod">
          <ac:chgData name="Sunbin Kim" userId="54d11c9c6284e2f4" providerId="LiveId" clId="{C6AC48D2-569F-4046-A812-EBF704DD9987}" dt="2024-11-11T05:50:26.951" v="13501" actId="20577"/>
          <ac:spMkLst>
            <pc:docMk/>
            <pc:sldMk cId="3436252780" sldId="376"/>
            <ac:spMk id="20" creationId="{3D780FBB-031E-75E5-2D13-1571AFA574BB}"/>
          </ac:spMkLst>
        </pc:spChg>
        <pc:spChg chg="mod">
          <ac:chgData name="Sunbin Kim" userId="54d11c9c6284e2f4" providerId="LiveId" clId="{C6AC48D2-569F-4046-A812-EBF704DD9987}" dt="2024-11-11T05:52:27.720" v="13626" actId="20577"/>
          <ac:spMkLst>
            <pc:docMk/>
            <pc:sldMk cId="3436252780" sldId="376"/>
            <ac:spMk id="27" creationId="{7E4EE4D2-9AC0-7DB0-D683-CEB8EC8C0427}"/>
          </ac:spMkLst>
        </pc:spChg>
        <pc:spChg chg="mod ord topLvl">
          <ac:chgData name="Sunbin Kim" userId="54d11c9c6284e2f4" providerId="LiveId" clId="{C6AC48D2-569F-4046-A812-EBF704DD9987}" dt="2024-11-11T06:09:45.899" v="15098" actId="166"/>
          <ac:spMkLst>
            <pc:docMk/>
            <pc:sldMk cId="3436252780" sldId="376"/>
            <ac:spMk id="412" creationId="{51381996-6D6D-5E0A-12B8-D5A8564D08AB}"/>
          </ac:spMkLst>
        </pc:spChg>
        <pc:spChg chg="mod ord topLvl">
          <ac:chgData name="Sunbin Kim" userId="54d11c9c6284e2f4" providerId="LiveId" clId="{C6AC48D2-569F-4046-A812-EBF704DD9987}" dt="2024-11-11T06:21:38.919" v="15100" actId="1076"/>
          <ac:spMkLst>
            <pc:docMk/>
            <pc:sldMk cId="3436252780" sldId="376"/>
            <ac:spMk id="434" creationId="{5DFB16D4-B8E1-B4C8-0739-AA37342B4F01}"/>
          </ac:spMkLst>
        </pc:spChg>
        <pc:spChg chg="mod ord topLvl">
          <ac:chgData name="Sunbin Kim" userId="54d11c9c6284e2f4" providerId="LiveId" clId="{C6AC48D2-569F-4046-A812-EBF704DD9987}" dt="2024-11-11T06:09:45.899" v="15098" actId="166"/>
          <ac:spMkLst>
            <pc:docMk/>
            <pc:sldMk cId="3436252780" sldId="376"/>
            <ac:spMk id="438" creationId="{B96F0E81-8706-4629-114C-EDC103FD4600}"/>
          </ac:spMkLst>
        </pc:spChg>
        <pc:spChg chg="mod">
          <ac:chgData name="Sunbin Kim" userId="54d11c9c6284e2f4" providerId="LiveId" clId="{C6AC48D2-569F-4046-A812-EBF704DD9987}" dt="2024-11-11T05:51:17.623" v="13604" actId="20577"/>
          <ac:spMkLst>
            <pc:docMk/>
            <pc:sldMk cId="3436252780" sldId="376"/>
            <ac:spMk id="444" creationId="{D7BDA882-3758-2D53-3665-956725534D55}"/>
          </ac:spMkLst>
        </pc:spChg>
        <pc:spChg chg="mod">
          <ac:chgData name="Sunbin Kim" userId="54d11c9c6284e2f4" providerId="LiveId" clId="{C6AC48D2-569F-4046-A812-EBF704DD9987}" dt="2024-11-11T06:07:09.562" v="14863" actId="165"/>
          <ac:spMkLst>
            <pc:docMk/>
            <pc:sldMk cId="3436252780" sldId="376"/>
            <ac:spMk id="446" creationId="{51D13040-34D2-85B6-4783-7D2109EA2F12}"/>
          </ac:spMkLst>
        </pc:spChg>
        <pc:spChg chg="mod">
          <ac:chgData name="Sunbin Kim" userId="54d11c9c6284e2f4" providerId="LiveId" clId="{C6AC48D2-569F-4046-A812-EBF704DD9987}" dt="2024-11-11T06:07:09.562" v="14863" actId="165"/>
          <ac:spMkLst>
            <pc:docMk/>
            <pc:sldMk cId="3436252780" sldId="376"/>
            <ac:spMk id="447" creationId="{1BF5343E-761C-39F0-589B-6C393E9CDB32}"/>
          </ac:spMkLst>
        </pc:spChg>
        <pc:spChg chg="mod topLvl">
          <ac:chgData name="Sunbin Kim" userId="54d11c9c6284e2f4" providerId="LiveId" clId="{C6AC48D2-569F-4046-A812-EBF704DD9987}" dt="2024-11-11T06:33:17.765" v="15294" actId="12788"/>
          <ac:spMkLst>
            <pc:docMk/>
            <pc:sldMk cId="3436252780" sldId="376"/>
            <ac:spMk id="448" creationId="{7D1FBA46-5F21-252E-038E-4509E20A172E}"/>
          </ac:spMkLst>
        </pc:spChg>
        <pc:spChg chg="mod topLvl">
          <ac:chgData name="Sunbin Kim" userId="54d11c9c6284e2f4" providerId="LiveId" clId="{C6AC48D2-569F-4046-A812-EBF704DD9987}" dt="2024-11-11T06:32:59.032" v="15281" actId="165"/>
          <ac:spMkLst>
            <pc:docMk/>
            <pc:sldMk cId="3436252780" sldId="376"/>
            <ac:spMk id="452" creationId="{84F35C28-BD2D-6E1C-95B0-A364887619B0}"/>
          </ac:spMkLst>
        </pc:spChg>
        <pc:spChg chg="mod">
          <ac:chgData name="Sunbin Kim" userId="54d11c9c6284e2f4" providerId="LiveId" clId="{C6AC48D2-569F-4046-A812-EBF704DD9987}" dt="2024-11-11T06:32:59.032" v="15281" actId="165"/>
          <ac:spMkLst>
            <pc:docMk/>
            <pc:sldMk cId="3436252780" sldId="376"/>
            <ac:spMk id="459" creationId="{77FF3BE2-F716-1ADE-1530-761E6A857FB7}"/>
          </ac:spMkLst>
        </pc:spChg>
        <pc:spChg chg="mod">
          <ac:chgData name="Sunbin Kim" userId="54d11c9c6284e2f4" providerId="LiveId" clId="{C6AC48D2-569F-4046-A812-EBF704DD9987}" dt="2024-11-11T06:32:59.032" v="15281" actId="165"/>
          <ac:spMkLst>
            <pc:docMk/>
            <pc:sldMk cId="3436252780" sldId="376"/>
            <ac:spMk id="460" creationId="{6005ADCB-E0EE-2E56-3B86-5F2674FA0E1B}"/>
          </ac:spMkLst>
        </pc:spChg>
        <pc:spChg chg="mod ord topLvl">
          <ac:chgData name="Sunbin Kim" userId="54d11c9c6284e2f4" providerId="LiveId" clId="{C6AC48D2-569F-4046-A812-EBF704DD9987}" dt="2024-11-11T06:09:45.899" v="15098" actId="166"/>
          <ac:spMkLst>
            <pc:docMk/>
            <pc:sldMk cId="3436252780" sldId="376"/>
            <ac:spMk id="461" creationId="{3F364822-FB2C-661D-3DFA-E6ED30FDEBA6}"/>
          </ac:spMkLst>
        </pc:spChg>
        <pc:spChg chg="mod ord topLvl">
          <ac:chgData name="Sunbin Kim" userId="54d11c9c6284e2f4" providerId="LiveId" clId="{C6AC48D2-569F-4046-A812-EBF704DD9987}" dt="2024-11-11T06:09:45.899" v="15098" actId="166"/>
          <ac:spMkLst>
            <pc:docMk/>
            <pc:sldMk cId="3436252780" sldId="376"/>
            <ac:spMk id="466" creationId="{D6568601-B29A-3CF9-8B7C-07E622906273}"/>
          </ac:spMkLst>
        </pc:spChg>
        <pc:spChg chg="mod ord topLvl">
          <ac:chgData name="Sunbin Kim" userId="54d11c9c6284e2f4" providerId="LiveId" clId="{C6AC48D2-569F-4046-A812-EBF704DD9987}" dt="2024-11-11T06:31:42.854" v="15184" actId="12788"/>
          <ac:spMkLst>
            <pc:docMk/>
            <pc:sldMk cId="3436252780" sldId="376"/>
            <ac:spMk id="467" creationId="{251C569D-50CC-5E39-A51B-A456719F8277}"/>
          </ac:spMkLst>
        </pc:spChg>
        <pc:spChg chg="mod ord topLvl">
          <ac:chgData name="Sunbin Kim" userId="54d11c9c6284e2f4" providerId="LiveId" clId="{C6AC48D2-569F-4046-A812-EBF704DD9987}" dt="2024-11-11T06:32:34.693" v="15280" actId="20577"/>
          <ac:spMkLst>
            <pc:docMk/>
            <pc:sldMk cId="3436252780" sldId="376"/>
            <ac:spMk id="469" creationId="{6BB5D901-55FD-5EE7-6377-95C734CC58E8}"/>
          </ac:spMkLst>
        </pc:spChg>
        <pc:spChg chg="mod">
          <ac:chgData name="Sunbin Kim" userId="54d11c9c6284e2f4" providerId="LiveId" clId="{C6AC48D2-569F-4046-A812-EBF704DD9987}" dt="2024-11-11T06:06:36.378" v="14862" actId="165"/>
          <ac:spMkLst>
            <pc:docMk/>
            <pc:sldMk cId="3436252780" sldId="376"/>
            <ac:spMk id="474" creationId="{A83B6AD8-A502-4B49-FE6F-DC5E412C8C78}"/>
          </ac:spMkLst>
        </pc:spChg>
        <pc:spChg chg="mod">
          <ac:chgData name="Sunbin Kim" userId="54d11c9c6284e2f4" providerId="LiveId" clId="{C6AC48D2-569F-4046-A812-EBF704DD9987}" dt="2024-11-11T06:06:36.378" v="14862" actId="165"/>
          <ac:spMkLst>
            <pc:docMk/>
            <pc:sldMk cId="3436252780" sldId="376"/>
            <ac:spMk id="475" creationId="{2882F86D-7C21-EF6D-BC46-70B40A447DCF}"/>
          </ac:spMkLst>
        </pc:spChg>
        <pc:spChg chg="add mod">
          <ac:chgData name="Sunbin Kim" userId="54d11c9c6284e2f4" providerId="LiveId" clId="{C6AC48D2-569F-4046-A812-EBF704DD9987}" dt="2024-11-11T05:54:22.619" v="13761" actId="20577"/>
          <ac:spMkLst>
            <pc:docMk/>
            <pc:sldMk cId="3436252780" sldId="376"/>
            <ac:spMk id="476" creationId="{40D6CA88-82C4-FBE5-9C6C-2A707F602500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78" creationId="{7FE713E8-250B-A7DD-FBB7-ACA014F43BEC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79" creationId="{589C4622-6815-8321-3792-FB2C2B87E860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80" creationId="{315FE09A-1EDA-ABB2-5B7E-D8730DEE36C5}"/>
          </ac:spMkLst>
        </pc:spChg>
        <pc:spChg chg="mod">
          <ac:chgData name="Sunbin Kim" userId="54d11c9c6284e2f4" providerId="LiveId" clId="{C6AC48D2-569F-4046-A812-EBF704DD9987}" dt="2024-11-11T05:54:41.578" v="13785" actId="20577"/>
          <ac:spMkLst>
            <pc:docMk/>
            <pc:sldMk cId="3436252780" sldId="376"/>
            <ac:spMk id="481" creationId="{79E135C1-A2C9-ABF3-B9DF-3181F7DBCE8E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83" creationId="{177FDBF8-9203-B8D9-A2A6-FA301BE40FDC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84" creationId="{33B7C81F-1901-1EE9-EA5C-965342D61400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85" creationId="{4D1481C7-2D9B-C387-A3C0-BAEBBF1966A2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86" creationId="{5DDF5B54-E844-D9A4-DCD1-6F81640E6EAE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87" creationId="{56246A11-ABAD-0672-BC17-04194B952DDB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88" creationId="{AAC0BB02-AE71-0576-2801-22F960F8204E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90" creationId="{6137D762-BD4F-2B84-44C3-D0A38A54A8FE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91" creationId="{AC5CA204-0BBA-487C-EA10-A3D12ADF9BB1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92" creationId="{0CA394F8-4D54-652F-850A-9C74C0A1F4CB}"/>
          </ac:spMkLst>
        </pc:spChg>
        <pc:spChg chg="mod">
          <ac:chgData name="Sunbin Kim" userId="54d11c9c6284e2f4" providerId="LiveId" clId="{C6AC48D2-569F-4046-A812-EBF704DD9987}" dt="2024-11-11T05:54:38.572" v="13774" actId="20577"/>
          <ac:spMkLst>
            <pc:docMk/>
            <pc:sldMk cId="3436252780" sldId="376"/>
            <ac:spMk id="493" creationId="{DE9BE1B6-7501-4A7B-5B60-AD4604DFE4DE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95" creationId="{B0E7C632-8077-75D0-CB65-37B711F32D9E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96" creationId="{D29EE9DB-C397-FE29-3FEE-1C6C929A0221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97" creationId="{43AB4AD8-8583-75F1-EE6A-F66D3FDC7922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98" creationId="{96EA4CD6-D26C-3075-446E-E4E26C5B96E6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499" creationId="{56C33664-9F06-9D83-FA6E-5343AD6D5AE6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500" creationId="{60FE3035-E630-458C-A3A1-1AF225679D99}"/>
          </ac:spMkLst>
        </pc:spChg>
        <pc:spChg chg="add 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501" creationId="{7D77F697-BEE3-47FC-9307-D64A9ECB36B6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506" creationId="{643BE495-102D-2E41-4FEF-711549671B1E}"/>
          </ac:spMkLst>
        </pc:spChg>
        <pc:spChg chg="mod">
          <ac:chgData name="Sunbin Kim" userId="54d11c9c6284e2f4" providerId="LiveId" clId="{C6AC48D2-569F-4046-A812-EBF704DD9987}" dt="2024-11-11T05:56:03.756" v="13948" actId="20577"/>
          <ac:spMkLst>
            <pc:docMk/>
            <pc:sldMk cId="3436252780" sldId="376"/>
            <ac:spMk id="508" creationId="{F6F993E7-40F1-F0F0-0861-93B338BB2112}"/>
          </ac:spMkLst>
        </pc:spChg>
        <pc:spChg chg="mod">
          <ac:chgData name="Sunbin Kim" userId="54d11c9c6284e2f4" providerId="LiveId" clId="{C6AC48D2-569F-4046-A812-EBF704DD9987}" dt="2024-11-11T06:40:48.846" v="16311" actId="20577"/>
          <ac:spMkLst>
            <pc:docMk/>
            <pc:sldMk cId="3436252780" sldId="376"/>
            <ac:spMk id="509" creationId="{422EFC57-223A-9355-6B98-C9720C844464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510" creationId="{CAB4764A-EE06-6636-DAC1-FA92F7A113BD}"/>
          </ac:spMkLst>
        </pc:spChg>
        <pc:spChg chg="mod">
          <ac:chgData name="Sunbin Kim" userId="54d11c9c6284e2f4" providerId="LiveId" clId="{C6AC48D2-569F-4046-A812-EBF704DD9987}" dt="2024-11-11T05:53:38.164" v="13711"/>
          <ac:spMkLst>
            <pc:docMk/>
            <pc:sldMk cId="3436252780" sldId="376"/>
            <ac:spMk id="511" creationId="{41A04564-B49B-2B63-E5C9-E25D72EF2DF3}"/>
          </ac:spMkLst>
        </pc:spChg>
        <pc:spChg chg="add mod">
          <ac:chgData name="Sunbin Kim" userId="54d11c9c6284e2f4" providerId="LiveId" clId="{C6AC48D2-569F-4046-A812-EBF704DD9987}" dt="2024-11-11T06:03:10.853" v="14592" actId="12788"/>
          <ac:spMkLst>
            <pc:docMk/>
            <pc:sldMk cId="3436252780" sldId="376"/>
            <ac:spMk id="512" creationId="{968C58C4-A302-8A6D-15F5-BA7C336FBCF7}"/>
          </ac:spMkLst>
        </pc:spChg>
        <pc:spChg chg="add mod">
          <ac:chgData name="Sunbin Kim" userId="54d11c9c6284e2f4" providerId="LiveId" clId="{C6AC48D2-569F-4046-A812-EBF704DD9987}" dt="2024-11-11T06:03:28.941" v="14614"/>
          <ac:spMkLst>
            <pc:docMk/>
            <pc:sldMk cId="3436252780" sldId="376"/>
            <ac:spMk id="514" creationId="{A2EA75B7-FAEB-C12A-06E5-E81B76F6BF93}"/>
          </ac:spMkLst>
        </pc:spChg>
        <pc:spChg chg="add mod">
          <ac:chgData name="Sunbin Kim" userId="54d11c9c6284e2f4" providerId="LiveId" clId="{C6AC48D2-569F-4046-A812-EBF704DD9987}" dt="2024-11-11T06:03:11.591" v="14593" actId="165"/>
          <ac:spMkLst>
            <pc:docMk/>
            <pc:sldMk cId="3436252780" sldId="376"/>
            <ac:spMk id="515" creationId="{4FA9387A-816A-EA2E-6C4C-4804C163A9C3}"/>
          </ac:spMkLst>
        </pc:spChg>
        <pc:spChg chg="mod">
          <ac:chgData name="Sunbin Kim" userId="54d11c9c6284e2f4" providerId="LiveId" clId="{C6AC48D2-569F-4046-A812-EBF704DD9987}" dt="2024-11-11T06:03:24.258" v="14609"/>
          <ac:spMkLst>
            <pc:docMk/>
            <pc:sldMk cId="3436252780" sldId="376"/>
            <ac:spMk id="535" creationId="{5316A703-24F4-9B82-0CB9-66D7DFE2DA93}"/>
          </ac:spMkLst>
        </pc:spChg>
        <pc:spChg chg="mod">
          <ac:chgData name="Sunbin Kim" userId="54d11c9c6284e2f4" providerId="LiveId" clId="{C6AC48D2-569F-4046-A812-EBF704DD9987}" dt="2024-11-11T06:03:35.165" v="14616"/>
          <ac:spMkLst>
            <pc:docMk/>
            <pc:sldMk cId="3436252780" sldId="376"/>
            <ac:spMk id="536" creationId="{FEC87995-9867-6751-DAB4-55C0C55FC881}"/>
          </ac:spMkLst>
        </pc:spChg>
        <pc:spChg chg="mod">
          <ac:chgData name="Sunbin Kim" userId="54d11c9c6284e2f4" providerId="LiveId" clId="{C6AC48D2-569F-4046-A812-EBF704DD9987}" dt="2024-11-11T06:03:11.591" v="14593" actId="165"/>
          <ac:spMkLst>
            <pc:docMk/>
            <pc:sldMk cId="3436252780" sldId="376"/>
            <ac:spMk id="538" creationId="{7882C05A-7202-82AF-6764-3711D885A68E}"/>
          </ac:spMkLst>
        </pc:spChg>
        <pc:spChg chg="mod">
          <ac:chgData name="Sunbin Kim" userId="54d11c9c6284e2f4" providerId="LiveId" clId="{C6AC48D2-569F-4046-A812-EBF704DD9987}" dt="2024-11-11T06:03:11.591" v="14593" actId="165"/>
          <ac:spMkLst>
            <pc:docMk/>
            <pc:sldMk cId="3436252780" sldId="376"/>
            <ac:spMk id="539" creationId="{66A8D0CE-4358-E63B-2547-2F99A25A50C6}"/>
          </ac:spMkLst>
        </pc:spChg>
        <pc:spChg chg="add mod ord">
          <ac:chgData name="Sunbin Kim" userId="54d11c9c6284e2f4" providerId="LiveId" clId="{C6AC48D2-569F-4046-A812-EBF704DD9987}" dt="2024-11-11T06:41:38.029" v="16318" actId="20577"/>
          <ac:spMkLst>
            <pc:docMk/>
            <pc:sldMk cId="3436252780" sldId="376"/>
            <ac:spMk id="545" creationId="{94FE33E5-8748-9857-D7EE-3AC772CB6289}"/>
          </ac:spMkLst>
        </pc:spChg>
        <pc:spChg chg="add mod">
          <ac:chgData name="Sunbin Kim" userId="54d11c9c6284e2f4" providerId="LiveId" clId="{C6AC48D2-569F-4046-A812-EBF704DD9987}" dt="2024-11-11T06:33:06.244" v="15283" actId="164"/>
          <ac:spMkLst>
            <pc:docMk/>
            <pc:sldMk cId="3436252780" sldId="376"/>
            <ac:spMk id="548" creationId="{57A90F01-6291-9FFA-7D97-5886429DF0F1}"/>
          </ac:spMkLst>
        </pc:spChg>
        <pc:spChg chg="add mod">
          <ac:chgData name="Sunbin Kim" userId="54d11c9c6284e2f4" providerId="LiveId" clId="{C6AC48D2-569F-4046-A812-EBF704DD9987}" dt="2024-11-11T06:33:06.244" v="15283" actId="164"/>
          <ac:spMkLst>
            <pc:docMk/>
            <pc:sldMk cId="3436252780" sldId="376"/>
            <ac:spMk id="549" creationId="{715144FE-ABDF-2191-350F-891064BD2F99}"/>
          </ac:spMkLst>
        </pc:spChg>
        <pc:spChg chg="add mod">
          <ac:chgData name="Sunbin Kim" userId="54d11c9c6284e2f4" providerId="LiveId" clId="{C6AC48D2-569F-4046-A812-EBF704DD9987}" dt="2024-11-11T06:39:58.214" v="16249" actId="6549"/>
          <ac:spMkLst>
            <pc:docMk/>
            <pc:sldMk cId="3436252780" sldId="376"/>
            <ac:spMk id="550" creationId="{67A026D7-DDBC-8B8C-F85F-198B39C69C5F}"/>
          </ac:spMkLst>
        </pc:spChg>
        <pc:spChg chg="add mod">
          <ac:chgData name="Sunbin Kim" userId="54d11c9c6284e2f4" providerId="LiveId" clId="{C6AC48D2-569F-4046-A812-EBF704DD9987}" dt="2024-11-11T06:40:08.352" v="16280" actId="20577"/>
          <ac:spMkLst>
            <pc:docMk/>
            <pc:sldMk cId="3436252780" sldId="376"/>
            <ac:spMk id="551" creationId="{E32DABFD-D0D2-DBDF-3592-4223C36BF393}"/>
          </ac:spMkLst>
        </pc:spChg>
        <pc:spChg chg="add mod">
          <ac:chgData name="Sunbin Kim" userId="54d11c9c6284e2f4" providerId="LiveId" clId="{C6AC48D2-569F-4046-A812-EBF704DD9987}" dt="2024-11-11T06:33:14.576" v="15290" actId="164"/>
          <ac:spMkLst>
            <pc:docMk/>
            <pc:sldMk cId="3436252780" sldId="376"/>
            <ac:spMk id="553" creationId="{8F9A854F-8E11-D449-B193-86922FA05EF6}"/>
          </ac:spMkLst>
        </pc:spChg>
        <pc:spChg chg="add mod">
          <ac:chgData name="Sunbin Kim" userId="54d11c9c6284e2f4" providerId="LiveId" clId="{C6AC48D2-569F-4046-A812-EBF704DD9987}" dt="2024-11-11T06:34:02.285" v="15377" actId="20577"/>
          <ac:spMkLst>
            <pc:docMk/>
            <pc:sldMk cId="3436252780" sldId="376"/>
            <ac:spMk id="554" creationId="{68E30B34-8B4F-57D8-1F36-ABD84B408B6C}"/>
          </ac:spMkLst>
        </pc:spChg>
        <pc:spChg chg="add mod">
          <ac:chgData name="Sunbin Kim" userId="54d11c9c6284e2f4" providerId="LiveId" clId="{C6AC48D2-569F-4046-A812-EBF704DD9987}" dt="2024-11-11T06:39:08.598" v="16161" actId="554"/>
          <ac:spMkLst>
            <pc:docMk/>
            <pc:sldMk cId="3436252780" sldId="376"/>
            <ac:spMk id="556" creationId="{B97A4DAA-28FF-0B74-24D3-EF9E52264CE7}"/>
          </ac:spMkLst>
        </pc:spChg>
        <pc:spChg chg="add mod">
          <ac:chgData name="Sunbin Kim" userId="54d11c9c6284e2f4" providerId="LiveId" clId="{C6AC48D2-569F-4046-A812-EBF704DD9987}" dt="2024-11-11T06:39:08.598" v="16161" actId="554"/>
          <ac:spMkLst>
            <pc:docMk/>
            <pc:sldMk cId="3436252780" sldId="376"/>
            <ac:spMk id="557" creationId="{696A6D13-9A1B-BB43-6CAE-83650C8C033A}"/>
          </ac:spMkLst>
        </pc:spChg>
        <pc:grpChg chg="mod ord topLvl">
          <ac:chgData name="Sunbin Kim" userId="54d11c9c6284e2f4" providerId="LiveId" clId="{C6AC48D2-569F-4046-A812-EBF704DD9987}" dt="2024-11-11T06:33:08.819" v="15287" actId="12788"/>
          <ac:grpSpMkLst>
            <pc:docMk/>
            <pc:sldMk cId="3436252780" sldId="376"/>
            <ac:grpSpMk id="437" creationId="{8CE55964-537B-4078-6F41-DFE27443F313}"/>
          </ac:grpSpMkLst>
        </pc:grpChg>
        <pc:grpChg chg="mod topLvl">
          <ac:chgData name="Sunbin Kim" userId="54d11c9c6284e2f4" providerId="LiveId" clId="{C6AC48D2-569F-4046-A812-EBF704DD9987}" dt="2024-11-11T06:32:59.032" v="15281" actId="165"/>
          <ac:grpSpMkLst>
            <pc:docMk/>
            <pc:sldMk cId="3436252780" sldId="376"/>
            <ac:grpSpMk id="451" creationId="{F8C2A21F-2EC1-BFC7-931C-9F6ACF5B9906}"/>
          </ac:grpSpMkLst>
        </pc:grpChg>
        <pc:grpChg chg="mod ord topLvl">
          <ac:chgData name="Sunbin Kim" userId="54d11c9c6284e2f4" providerId="LiveId" clId="{C6AC48D2-569F-4046-A812-EBF704DD9987}" dt="2024-11-11T06:09:45.899" v="15098" actId="166"/>
          <ac:grpSpMkLst>
            <pc:docMk/>
            <pc:sldMk cId="3436252780" sldId="376"/>
            <ac:grpSpMk id="465" creationId="{FA31D830-9175-E99F-1C51-8FF99EA0E18A}"/>
          </ac:grpSpMkLst>
        </pc:grpChg>
        <pc:grpChg chg="add mod">
          <ac:chgData name="Sunbin Kim" userId="54d11c9c6284e2f4" providerId="LiveId" clId="{C6AC48D2-569F-4046-A812-EBF704DD9987}" dt="2024-11-11T05:53:38.164" v="13711"/>
          <ac:grpSpMkLst>
            <pc:docMk/>
            <pc:sldMk cId="3436252780" sldId="376"/>
            <ac:grpSpMk id="477" creationId="{22F0014F-5D74-792B-1339-D9548005D7F0}"/>
          </ac:grpSpMkLst>
        </pc:grpChg>
        <pc:grpChg chg="mod">
          <ac:chgData name="Sunbin Kim" userId="54d11c9c6284e2f4" providerId="LiveId" clId="{C6AC48D2-569F-4046-A812-EBF704DD9987}" dt="2024-11-11T05:53:38.164" v="13711"/>
          <ac:grpSpMkLst>
            <pc:docMk/>
            <pc:sldMk cId="3436252780" sldId="376"/>
            <ac:grpSpMk id="482" creationId="{EE49BFEA-C6DC-A8B6-342B-186A66A71A01}"/>
          </ac:grpSpMkLst>
        </pc:grpChg>
        <pc:grpChg chg="add mod">
          <ac:chgData name="Sunbin Kim" userId="54d11c9c6284e2f4" providerId="LiveId" clId="{C6AC48D2-569F-4046-A812-EBF704DD9987}" dt="2024-11-11T05:53:38.164" v="13711"/>
          <ac:grpSpMkLst>
            <pc:docMk/>
            <pc:sldMk cId="3436252780" sldId="376"/>
            <ac:grpSpMk id="489" creationId="{AB5FED79-B439-1A36-854C-53C612F40673}"/>
          </ac:grpSpMkLst>
        </pc:grpChg>
        <pc:grpChg chg="mod">
          <ac:chgData name="Sunbin Kim" userId="54d11c9c6284e2f4" providerId="LiveId" clId="{C6AC48D2-569F-4046-A812-EBF704DD9987}" dt="2024-11-11T05:53:38.164" v="13711"/>
          <ac:grpSpMkLst>
            <pc:docMk/>
            <pc:sldMk cId="3436252780" sldId="376"/>
            <ac:grpSpMk id="494" creationId="{A9AA4F6B-30F4-2492-6F81-F05801482C4A}"/>
          </ac:grpSpMkLst>
        </pc:grpChg>
        <pc:grpChg chg="add mod">
          <ac:chgData name="Sunbin Kim" userId="54d11c9c6284e2f4" providerId="LiveId" clId="{C6AC48D2-569F-4046-A812-EBF704DD9987}" dt="2024-11-11T05:53:38.164" v="13711"/>
          <ac:grpSpMkLst>
            <pc:docMk/>
            <pc:sldMk cId="3436252780" sldId="376"/>
            <ac:grpSpMk id="505" creationId="{69104363-C220-D0F6-2A31-A4AD19931AB6}"/>
          </ac:grpSpMkLst>
        </pc:grpChg>
        <pc:grpChg chg="mod">
          <ac:chgData name="Sunbin Kim" userId="54d11c9c6284e2f4" providerId="LiveId" clId="{C6AC48D2-569F-4046-A812-EBF704DD9987}" dt="2024-11-11T05:53:38.164" v="13711"/>
          <ac:grpSpMkLst>
            <pc:docMk/>
            <pc:sldMk cId="3436252780" sldId="376"/>
            <ac:grpSpMk id="507" creationId="{895D1C7E-C6E8-27F3-9E46-D23E8D05FC25}"/>
          </ac:grpSpMkLst>
        </pc:grpChg>
        <pc:grpChg chg="add mod">
          <ac:chgData name="Sunbin Kim" userId="54d11c9c6284e2f4" providerId="LiveId" clId="{C6AC48D2-569F-4046-A812-EBF704DD9987}" dt="2024-11-11T06:33:08.819" v="15287" actId="12788"/>
          <ac:grpSpMkLst>
            <pc:docMk/>
            <pc:sldMk cId="3436252780" sldId="376"/>
            <ac:grpSpMk id="552" creationId="{A3FD0BF4-8469-047A-77EA-A10DEFBB058E}"/>
          </ac:grpSpMkLst>
        </pc:grpChg>
        <pc:grpChg chg="add mod">
          <ac:chgData name="Sunbin Kim" userId="54d11c9c6284e2f4" providerId="LiveId" clId="{C6AC48D2-569F-4046-A812-EBF704DD9987}" dt="2024-11-11T06:33:17.765" v="15294" actId="12788"/>
          <ac:grpSpMkLst>
            <pc:docMk/>
            <pc:sldMk cId="3436252780" sldId="376"/>
            <ac:grpSpMk id="555" creationId="{BDEF0F4F-E7E9-B9BC-8FFC-ED96AA7DEAD9}"/>
          </ac:grpSpMkLst>
        </pc:grpChg>
        <pc:cxnChg chg="add mod">
          <ac:chgData name="Sunbin Kim" userId="54d11c9c6284e2f4" providerId="LiveId" clId="{C6AC48D2-569F-4046-A812-EBF704DD9987}" dt="2024-11-11T05:53:38.164" v="13711"/>
          <ac:cxnSpMkLst>
            <pc:docMk/>
            <pc:sldMk cId="3436252780" sldId="376"/>
            <ac:cxnSpMk id="399" creationId="{536D4AC6-B857-C3B4-86FE-1CDA943779E9}"/>
          </ac:cxnSpMkLst>
        </pc:cxnChg>
        <pc:cxnChg chg="add mod">
          <ac:chgData name="Sunbin Kim" userId="54d11c9c6284e2f4" providerId="LiveId" clId="{C6AC48D2-569F-4046-A812-EBF704DD9987}" dt="2024-11-11T05:53:38.164" v="13711"/>
          <ac:cxnSpMkLst>
            <pc:docMk/>
            <pc:sldMk cId="3436252780" sldId="376"/>
            <ac:cxnSpMk id="401" creationId="{6B38E4EC-1D41-C18F-2D8E-5354D07C142B}"/>
          </ac:cxnSpMkLst>
        </pc:cxnChg>
        <pc:cxnChg chg="add mod">
          <ac:chgData name="Sunbin Kim" userId="54d11c9c6284e2f4" providerId="LiveId" clId="{C6AC48D2-569F-4046-A812-EBF704DD9987}" dt="2024-11-11T05:53:38.164" v="13711"/>
          <ac:cxnSpMkLst>
            <pc:docMk/>
            <pc:sldMk cId="3436252780" sldId="376"/>
            <ac:cxnSpMk id="402" creationId="{9A516DCD-4F19-B438-19CD-A5929EA15CA8}"/>
          </ac:cxnSpMkLst>
        </pc:cxnChg>
        <pc:cxnChg chg="mod topLvl">
          <ac:chgData name="Sunbin Kim" userId="54d11c9c6284e2f4" providerId="LiveId" clId="{C6AC48D2-569F-4046-A812-EBF704DD9987}" dt="2024-11-11T06:09:00.122" v="15031" actId="12788"/>
          <ac:cxnSpMkLst>
            <pc:docMk/>
            <pc:sldMk cId="3436252780" sldId="376"/>
            <ac:cxnSpMk id="406" creationId="{4EDF7501-7B54-4365-C094-CA2FCDE71C4C}"/>
          </ac:cxnSpMkLst>
        </pc:cxnChg>
        <pc:cxnChg chg="mod topLvl">
          <ac:chgData name="Sunbin Kim" userId="54d11c9c6284e2f4" providerId="LiveId" clId="{C6AC48D2-569F-4046-A812-EBF704DD9987}" dt="2024-11-11T06:09:40.844" v="15097" actId="14100"/>
          <ac:cxnSpMkLst>
            <pc:docMk/>
            <pc:sldMk cId="3436252780" sldId="376"/>
            <ac:cxnSpMk id="407" creationId="{4C7A2A20-4B16-8D1B-EFAD-DF3FA9AB658D}"/>
          </ac:cxnSpMkLst>
        </pc:cxnChg>
        <pc:cxnChg chg="mod topLvl">
          <ac:chgData name="Sunbin Kim" userId="54d11c9c6284e2f4" providerId="LiveId" clId="{C6AC48D2-569F-4046-A812-EBF704DD9987}" dt="2024-11-11T06:09:17.633" v="15093" actId="1037"/>
          <ac:cxnSpMkLst>
            <pc:docMk/>
            <pc:sldMk cId="3436252780" sldId="376"/>
            <ac:cxnSpMk id="409" creationId="{95AA106E-6B93-BD01-163F-A51BA3E64BF6}"/>
          </ac:cxnSpMkLst>
        </pc:cxnChg>
        <pc:cxnChg chg="add del mod topLvl">
          <ac:chgData name="Sunbin Kim" userId="54d11c9c6284e2f4" providerId="LiveId" clId="{C6AC48D2-569F-4046-A812-EBF704DD9987}" dt="2024-11-11T06:09:15.218" v="15092" actId="1037"/>
          <ac:cxnSpMkLst>
            <pc:docMk/>
            <pc:sldMk cId="3436252780" sldId="376"/>
            <ac:cxnSpMk id="411" creationId="{920D2709-15B8-F2B9-A2DE-189D85CB70CF}"/>
          </ac:cxnSpMkLst>
        </pc:cxnChg>
      </pc:sldChg>
      <pc:sldChg chg="addSp modSp add mod">
        <pc:chgData name="Sunbin Kim" userId="54d11c9c6284e2f4" providerId="LiveId" clId="{C6AC48D2-569F-4046-A812-EBF704DD9987}" dt="2024-11-12T07:25:35.263" v="25883" actId="403"/>
        <pc:sldMkLst>
          <pc:docMk/>
          <pc:sldMk cId="4243601228" sldId="377"/>
        </pc:sldMkLst>
        <pc:spChg chg="mod">
          <ac:chgData name="Sunbin Kim" userId="54d11c9c6284e2f4" providerId="LiveId" clId="{C6AC48D2-569F-4046-A812-EBF704DD9987}" dt="2024-11-11T05:52:35.159" v="13645" actId="20577"/>
          <ac:spMkLst>
            <pc:docMk/>
            <pc:sldMk cId="4243601228" sldId="377"/>
            <ac:spMk id="27" creationId="{540DDCB9-BE63-F466-A50C-E2DBE5385767}"/>
          </ac:spMkLst>
        </pc:spChg>
      </pc:sldChg>
      <pc:sldChg chg="modSp add mod">
        <pc:chgData name="Sunbin Kim" userId="54d11c9c6284e2f4" providerId="LiveId" clId="{C6AC48D2-569F-4046-A812-EBF704DD9987}" dt="2024-11-11T05:53:09.811" v="13708" actId="20577"/>
        <pc:sldMkLst>
          <pc:docMk/>
          <pc:sldMk cId="2480883402" sldId="378"/>
        </pc:sldMkLst>
        <pc:spChg chg="mod">
          <ac:chgData name="Sunbin Kim" userId="54d11c9c6284e2f4" providerId="LiveId" clId="{C6AC48D2-569F-4046-A812-EBF704DD9987}" dt="2024-11-11T05:53:09.811" v="13708" actId="20577"/>
          <ac:spMkLst>
            <pc:docMk/>
            <pc:sldMk cId="2480883402" sldId="378"/>
            <ac:spMk id="27" creationId="{FDED373D-DD11-15B0-BC53-8D82534BCD9E}"/>
          </ac:spMkLst>
        </pc:spChg>
      </pc:sldChg>
      <pc:sldChg chg="modSp add mod">
        <pc:chgData name="Sunbin Kim" userId="54d11c9c6284e2f4" providerId="LiveId" clId="{C6AC48D2-569F-4046-A812-EBF704DD9987}" dt="2024-11-11T05:52:53.428" v="13671" actId="20577"/>
        <pc:sldMkLst>
          <pc:docMk/>
          <pc:sldMk cId="3777200138" sldId="379"/>
        </pc:sldMkLst>
        <pc:spChg chg="mod">
          <ac:chgData name="Sunbin Kim" userId="54d11c9c6284e2f4" providerId="LiveId" clId="{C6AC48D2-569F-4046-A812-EBF704DD9987}" dt="2024-11-11T05:52:53.428" v="13671" actId="20577"/>
          <ac:spMkLst>
            <pc:docMk/>
            <pc:sldMk cId="3777200138" sldId="379"/>
            <ac:spMk id="27" creationId="{0ADB0D9C-832B-A3F1-E975-9635F705D028}"/>
          </ac:spMkLst>
        </pc:spChg>
      </pc:sldChg>
      <pc:sldChg chg="addSp modSp add mod">
        <pc:chgData name="Sunbin Kim" userId="54d11c9c6284e2f4" providerId="LiveId" clId="{C6AC48D2-569F-4046-A812-EBF704DD9987}" dt="2024-11-11T06:43:30.576" v="16431" actId="20577"/>
        <pc:sldMkLst>
          <pc:docMk/>
          <pc:sldMk cId="2370034209" sldId="380"/>
        </pc:sldMkLst>
        <pc:spChg chg="mod">
          <ac:chgData name="Sunbin Kim" userId="54d11c9c6284e2f4" providerId="LiveId" clId="{C6AC48D2-569F-4046-A812-EBF704DD9987}" dt="2024-11-11T06:43:02.626" v="16381" actId="20577"/>
          <ac:spMkLst>
            <pc:docMk/>
            <pc:sldMk cId="2370034209" sldId="380"/>
            <ac:spMk id="26" creationId="{D1BAC00A-F68B-3D60-1BC0-F24D6D587336}"/>
          </ac:spMkLst>
        </pc:spChg>
      </pc:sldChg>
      <pc:sldChg chg="addSp modSp add mod">
        <pc:chgData name="Sunbin Kim" userId="54d11c9c6284e2f4" providerId="LiveId" clId="{C6AC48D2-569F-4046-A812-EBF704DD9987}" dt="2024-11-11T06:43:34.970" v="16432"/>
        <pc:sldMkLst>
          <pc:docMk/>
          <pc:sldMk cId="1613563388" sldId="381"/>
        </pc:sldMkLst>
      </pc:sldChg>
      <pc:sldChg chg="delSp modSp add mod">
        <pc:chgData name="Sunbin Kim" userId="54d11c9c6284e2f4" providerId="LiveId" clId="{C6AC48D2-569F-4046-A812-EBF704DD9987}" dt="2024-11-11T07:39:39.969" v="18477" actId="478"/>
        <pc:sldMkLst>
          <pc:docMk/>
          <pc:sldMk cId="2894206468" sldId="382"/>
        </pc:sldMkLst>
        <pc:spChg chg="mod">
          <ac:chgData name="Sunbin Kim" userId="54d11c9c6284e2f4" providerId="LiveId" clId="{C6AC48D2-569F-4046-A812-EBF704DD9987}" dt="2024-11-11T07:39:38.181" v="18476" actId="20577"/>
          <ac:spMkLst>
            <pc:docMk/>
            <pc:sldMk cId="2894206468" sldId="382"/>
            <ac:spMk id="8" creationId="{F5CD8601-B5D2-B7A7-AB7C-8EE827A78357}"/>
          </ac:spMkLst>
        </pc:spChg>
      </pc:sldChg>
      <pc:sldMasterChg chg="modSp modSldLayout">
        <pc:chgData name="Sunbin Kim" userId="54d11c9c6284e2f4" providerId="LiveId" clId="{C6AC48D2-569F-4046-A812-EBF704DD9987}" dt="2024-11-07T06:45:12.812" v="115" actId="735"/>
        <pc:sldMasterMkLst>
          <pc:docMk/>
          <pc:sldMasterMk cId="2934115242" sldId="2147483648"/>
        </pc:sldMasterMkLst>
        <pc:sldLayoutChg chg="modSp">
          <pc:chgData name="Sunbin Kim" userId="54d11c9c6284e2f4" providerId="LiveId" clId="{C6AC48D2-569F-4046-A812-EBF704DD9987}" dt="2024-11-07T06:45:06.432" v="114" actId="735"/>
          <pc:sldLayoutMkLst>
            <pc:docMk/>
            <pc:sldMasterMk cId="2934115242" sldId="2147483648"/>
            <pc:sldLayoutMk cId="2100900124" sldId="2147483663"/>
          </pc:sldLayoutMkLst>
        </pc:sldLayoutChg>
      </pc:sldMasterChg>
    </pc:docChg>
  </pc:docChgLst>
  <pc:docChgLst>
    <pc:chgData name="Sunbin Kim" userId="54d11c9c6284e2f4" providerId="LiveId" clId="{B4F41494-DAE8-41C2-840B-43D18DA44D46}"/>
    <pc:docChg chg="undo custSel addSld delSld modSld sldOrd modSection">
      <pc:chgData name="Sunbin Kim" userId="54d11c9c6284e2f4" providerId="LiveId" clId="{B4F41494-DAE8-41C2-840B-43D18DA44D46}" dt="2024-11-18T06:59:27.668" v="3499" actId="478"/>
      <pc:docMkLst>
        <pc:docMk/>
      </pc:docMkLst>
      <pc:sldChg chg="delSp modSp mod">
        <pc:chgData name="Sunbin Kim" userId="54d11c9c6284e2f4" providerId="LiveId" clId="{B4F41494-DAE8-41C2-840B-43D18DA44D46}" dt="2024-11-18T06:18:38.194" v="2980" actId="1076"/>
        <pc:sldMkLst>
          <pc:docMk/>
          <pc:sldMk cId="1077622588" sldId="342"/>
        </pc:sldMkLst>
        <pc:spChg chg="mod">
          <ac:chgData name="Sunbin Kim" userId="54d11c9c6284e2f4" providerId="LiveId" clId="{B4F41494-DAE8-41C2-840B-43D18DA44D46}" dt="2024-11-18T06:01:55.379" v="2869" actId="20577"/>
          <ac:spMkLst>
            <pc:docMk/>
            <pc:sldMk cId="1077622588" sldId="342"/>
            <ac:spMk id="9" creationId="{9E532DBA-B214-4183-84A0-8952B72F3FAE}"/>
          </ac:spMkLst>
        </pc:spChg>
        <pc:spChg chg="mod">
          <ac:chgData name="Sunbin Kim" userId="54d11c9c6284e2f4" providerId="LiveId" clId="{B4F41494-DAE8-41C2-840B-43D18DA44D46}" dt="2024-11-18T06:18:24.460" v="2978" actId="6549"/>
          <ac:spMkLst>
            <pc:docMk/>
            <pc:sldMk cId="1077622588" sldId="342"/>
            <ac:spMk id="10" creationId="{926126A5-0DB1-4D57-B44D-691A54393CBC}"/>
          </ac:spMkLst>
        </pc:spChg>
        <pc:spChg chg="del">
          <ac:chgData name="Sunbin Kim" userId="54d11c9c6284e2f4" providerId="LiveId" clId="{B4F41494-DAE8-41C2-840B-43D18DA44D46}" dt="2024-11-18T06:18:20.194" v="2976" actId="478"/>
          <ac:spMkLst>
            <pc:docMk/>
            <pc:sldMk cId="1077622588" sldId="342"/>
            <ac:spMk id="59" creationId="{27EB858A-1BA3-46D6-B520-9D82935CEE12}"/>
          </ac:spMkLst>
        </pc:spChg>
        <pc:spChg chg="del">
          <ac:chgData name="Sunbin Kim" userId="54d11c9c6284e2f4" providerId="LiveId" clId="{B4F41494-DAE8-41C2-840B-43D18DA44D46}" dt="2024-11-18T06:18:20.194" v="2976" actId="478"/>
          <ac:spMkLst>
            <pc:docMk/>
            <pc:sldMk cId="1077622588" sldId="342"/>
            <ac:spMk id="60" creationId="{2200E497-D4EA-48B1-AD1B-A995AA34A942}"/>
          </ac:spMkLst>
        </pc:spChg>
        <pc:spChg chg="del">
          <ac:chgData name="Sunbin Kim" userId="54d11c9c6284e2f4" providerId="LiveId" clId="{B4F41494-DAE8-41C2-840B-43D18DA44D46}" dt="2024-11-18T06:18:20.194" v="2976" actId="478"/>
          <ac:spMkLst>
            <pc:docMk/>
            <pc:sldMk cId="1077622588" sldId="342"/>
            <ac:spMk id="61" creationId="{2E13C7C2-C790-4E21-9733-5EAF412ED2DA}"/>
          </ac:spMkLst>
        </pc:spChg>
        <pc:spChg chg="del">
          <ac:chgData name="Sunbin Kim" userId="54d11c9c6284e2f4" providerId="LiveId" clId="{B4F41494-DAE8-41C2-840B-43D18DA44D46}" dt="2024-11-18T06:18:20.194" v="2976" actId="478"/>
          <ac:spMkLst>
            <pc:docMk/>
            <pc:sldMk cId="1077622588" sldId="342"/>
            <ac:spMk id="62" creationId="{DAF7BB74-35F8-4622-A978-10129C5BD300}"/>
          </ac:spMkLst>
        </pc:spChg>
        <pc:spChg chg="del">
          <ac:chgData name="Sunbin Kim" userId="54d11c9c6284e2f4" providerId="LiveId" clId="{B4F41494-DAE8-41C2-840B-43D18DA44D46}" dt="2024-11-18T06:18:20.194" v="2976" actId="478"/>
          <ac:spMkLst>
            <pc:docMk/>
            <pc:sldMk cId="1077622588" sldId="342"/>
            <ac:spMk id="64" creationId="{14D2996C-1754-4A49-9995-39097B3A30A8}"/>
          </ac:spMkLst>
        </pc:spChg>
        <pc:spChg chg="del">
          <ac:chgData name="Sunbin Kim" userId="54d11c9c6284e2f4" providerId="LiveId" clId="{B4F41494-DAE8-41C2-840B-43D18DA44D46}" dt="2024-11-18T06:18:20.194" v="2976" actId="478"/>
          <ac:spMkLst>
            <pc:docMk/>
            <pc:sldMk cId="1077622588" sldId="342"/>
            <ac:spMk id="202" creationId="{273F9C81-DAAC-4312-9F71-69F1A3BA6806}"/>
          </ac:spMkLst>
        </pc:spChg>
        <pc:spChg chg="del">
          <ac:chgData name="Sunbin Kim" userId="54d11c9c6284e2f4" providerId="LiveId" clId="{B4F41494-DAE8-41C2-840B-43D18DA44D46}" dt="2024-11-18T06:18:20.194" v="2976" actId="478"/>
          <ac:spMkLst>
            <pc:docMk/>
            <pc:sldMk cId="1077622588" sldId="342"/>
            <ac:spMk id="203" creationId="{21E23DAB-1693-4598-98BC-81CDCB0AA1FA}"/>
          </ac:spMkLst>
        </pc:spChg>
        <pc:spChg chg="del">
          <ac:chgData name="Sunbin Kim" userId="54d11c9c6284e2f4" providerId="LiveId" clId="{B4F41494-DAE8-41C2-840B-43D18DA44D46}" dt="2024-11-18T06:18:20.194" v="2976" actId="478"/>
          <ac:spMkLst>
            <pc:docMk/>
            <pc:sldMk cId="1077622588" sldId="342"/>
            <ac:spMk id="204" creationId="{E99E47C3-4A84-428B-A2ED-47272261E0CD}"/>
          </ac:spMkLst>
        </pc:spChg>
        <pc:spChg chg="del">
          <ac:chgData name="Sunbin Kim" userId="54d11c9c6284e2f4" providerId="LiveId" clId="{B4F41494-DAE8-41C2-840B-43D18DA44D46}" dt="2024-11-18T06:18:20.194" v="2976" actId="478"/>
          <ac:spMkLst>
            <pc:docMk/>
            <pc:sldMk cId="1077622588" sldId="342"/>
            <ac:spMk id="205" creationId="{F32609E2-1242-48AE-9E39-1C8AFD8A9D13}"/>
          </ac:spMkLst>
        </pc:spChg>
        <pc:spChg chg="del">
          <ac:chgData name="Sunbin Kim" userId="54d11c9c6284e2f4" providerId="LiveId" clId="{B4F41494-DAE8-41C2-840B-43D18DA44D46}" dt="2024-11-18T06:18:20.194" v="2976" actId="478"/>
          <ac:spMkLst>
            <pc:docMk/>
            <pc:sldMk cId="1077622588" sldId="342"/>
            <ac:spMk id="206" creationId="{51546E30-5DA8-422D-9B5B-E33710DACFC5}"/>
          </ac:spMkLst>
        </pc:spChg>
        <pc:spChg chg="mod">
          <ac:chgData name="Sunbin Kim" userId="54d11c9c6284e2f4" providerId="LiveId" clId="{B4F41494-DAE8-41C2-840B-43D18DA44D46}" dt="2024-11-18T06:18:38.194" v="2980" actId="1076"/>
          <ac:spMkLst>
            <pc:docMk/>
            <pc:sldMk cId="1077622588" sldId="342"/>
            <ac:spMk id="208" creationId="{28BEDFEA-6E32-452D-8E20-0892AB9F2341}"/>
          </ac:spMkLst>
        </pc:spChg>
        <pc:spChg chg="mod">
          <ac:chgData name="Sunbin Kim" userId="54d11c9c6284e2f4" providerId="LiveId" clId="{B4F41494-DAE8-41C2-840B-43D18DA44D46}" dt="2024-11-18T06:18:38.194" v="2980" actId="1076"/>
          <ac:spMkLst>
            <pc:docMk/>
            <pc:sldMk cId="1077622588" sldId="342"/>
            <ac:spMk id="210" creationId="{703872EC-9559-4776-A578-06A10218DF8C}"/>
          </ac:spMkLst>
        </pc:spChg>
        <pc:grpChg chg="del">
          <ac:chgData name="Sunbin Kim" userId="54d11c9c6284e2f4" providerId="LiveId" clId="{B4F41494-DAE8-41C2-840B-43D18DA44D46}" dt="2024-11-18T06:18:20.194" v="2976" actId="478"/>
          <ac:grpSpMkLst>
            <pc:docMk/>
            <pc:sldMk cId="1077622588" sldId="342"/>
            <ac:grpSpMk id="193" creationId="{D225C084-28F2-4BC9-9E27-8FC7D40E8C7A}"/>
          </ac:grpSpMkLst>
        </pc:grpChg>
        <pc:grpChg chg="mod">
          <ac:chgData name="Sunbin Kim" userId="54d11c9c6284e2f4" providerId="LiveId" clId="{B4F41494-DAE8-41C2-840B-43D18DA44D46}" dt="2024-11-18T06:18:38.194" v="2980" actId="1076"/>
          <ac:grpSpMkLst>
            <pc:docMk/>
            <pc:sldMk cId="1077622588" sldId="342"/>
            <ac:grpSpMk id="207" creationId="{0CABC531-7AA7-463D-849C-607260490BD2}"/>
          </ac:grpSpMkLst>
        </pc:grpChg>
        <pc:grpChg chg="mod">
          <ac:chgData name="Sunbin Kim" userId="54d11c9c6284e2f4" providerId="LiveId" clId="{B4F41494-DAE8-41C2-840B-43D18DA44D46}" dt="2024-11-18T06:18:38.194" v="2980" actId="1076"/>
          <ac:grpSpMkLst>
            <pc:docMk/>
            <pc:sldMk cId="1077622588" sldId="342"/>
            <ac:grpSpMk id="209" creationId="{99D4C53F-A475-4D9C-AE75-C593CA058FB8}"/>
          </ac:grpSpMkLst>
        </pc:grpChg>
        <pc:grpChg chg="mod">
          <ac:chgData name="Sunbin Kim" userId="54d11c9c6284e2f4" providerId="LiveId" clId="{B4F41494-DAE8-41C2-840B-43D18DA44D46}" dt="2024-11-18T06:18:38.194" v="2980" actId="1076"/>
          <ac:grpSpMkLst>
            <pc:docMk/>
            <pc:sldMk cId="1077622588" sldId="342"/>
            <ac:grpSpMk id="211" creationId="{B11AD15C-16ED-472F-A58A-0EEEB455DBB5}"/>
          </ac:grpSpMkLst>
        </pc:grpChg>
        <pc:picChg chg="del">
          <ac:chgData name="Sunbin Kim" userId="54d11c9c6284e2f4" providerId="LiveId" clId="{B4F41494-DAE8-41C2-840B-43D18DA44D46}" dt="2024-11-18T06:18:20.194" v="2976" actId="478"/>
          <ac:picMkLst>
            <pc:docMk/>
            <pc:sldMk cId="1077622588" sldId="342"/>
            <ac:picMk id="63" creationId="{49015B3B-B57E-4AD9-AD8F-2E160CA6FD2B}"/>
          </ac:picMkLst>
        </pc:picChg>
        <pc:picChg chg="mod">
          <ac:chgData name="Sunbin Kim" userId="54d11c9c6284e2f4" providerId="LiveId" clId="{B4F41494-DAE8-41C2-840B-43D18DA44D46}" dt="2024-11-18T06:18:38.194" v="2980" actId="1076"/>
          <ac:picMkLst>
            <pc:docMk/>
            <pc:sldMk cId="1077622588" sldId="342"/>
            <ac:picMk id="212" creationId="{997FAB06-2244-4F49-B550-3C83A8F8C717}"/>
          </ac:picMkLst>
        </pc:picChg>
        <pc:picChg chg="mod">
          <ac:chgData name="Sunbin Kim" userId="54d11c9c6284e2f4" providerId="LiveId" clId="{B4F41494-DAE8-41C2-840B-43D18DA44D46}" dt="2024-11-18T06:18:38.194" v="2980" actId="1076"/>
          <ac:picMkLst>
            <pc:docMk/>
            <pc:sldMk cId="1077622588" sldId="342"/>
            <ac:picMk id="213" creationId="{E8F157A2-48BA-4D69-8B96-BE26A915730A}"/>
          </ac:picMkLst>
        </pc:picChg>
      </pc:sldChg>
      <pc:sldChg chg="modSp mod">
        <pc:chgData name="Sunbin Kim" userId="54d11c9c6284e2f4" providerId="LiveId" clId="{B4F41494-DAE8-41C2-840B-43D18DA44D46}" dt="2024-11-18T06:01:58.369" v="2873" actId="6549"/>
        <pc:sldMkLst>
          <pc:docMk/>
          <pc:sldMk cId="1306162315" sldId="345"/>
        </pc:sldMkLst>
        <pc:spChg chg="mod">
          <ac:chgData name="Sunbin Kim" userId="54d11c9c6284e2f4" providerId="LiveId" clId="{B4F41494-DAE8-41C2-840B-43D18DA44D46}" dt="2024-11-18T06:01:58.369" v="2873" actId="6549"/>
          <ac:spMkLst>
            <pc:docMk/>
            <pc:sldMk cId="1306162315" sldId="345"/>
            <ac:spMk id="8" creationId="{9E532DBA-B214-4183-84A0-8952B72F3FAE}"/>
          </ac:spMkLst>
        </pc:spChg>
      </pc:sldChg>
      <pc:sldChg chg="addSp delSp modSp mod">
        <pc:chgData name="Sunbin Kim" userId="54d11c9c6284e2f4" providerId="LiveId" clId="{B4F41494-DAE8-41C2-840B-43D18DA44D46}" dt="2024-11-18T06:24:58.856" v="3189" actId="21"/>
        <pc:sldMkLst>
          <pc:docMk/>
          <pc:sldMk cId="3886942391" sldId="351"/>
        </pc:sldMkLst>
        <pc:spChg chg="add del mod">
          <ac:chgData name="Sunbin Kim" userId="54d11c9c6284e2f4" providerId="LiveId" clId="{B4F41494-DAE8-41C2-840B-43D18DA44D46}" dt="2024-11-18T06:22:29.584" v="3000" actId="21"/>
          <ac:spMkLst>
            <pc:docMk/>
            <pc:sldMk cId="3886942391" sldId="351"/>
            <ac:spMk id="4" creationId="{E8170605-0AFA-7DD0-88DC-C5AA99CFC575}"/>
          </ac:spMkLst>
        </pc:spChg>
        <pc:spChg chg="add del mod">
          <ac:chgData name="Sunbin Kim" userId="54d11c9c6284e2f4" providerId="LiveId" clId="{B4F41494-DAE8-41C2-840B-43D18DA44D46}" dt="2024-11-18T06:24:58.856" v="3189" actId="21"/>
          <ac:spMkLst>
            <pc:docMk/>
            <pc:sldMk cId="3886942391" sldId="351"/>
            <ac:spMk id="5" creationId="{BD56A6EB-5E72-D175-6302-8B14F97CDCCB}"/>
          </ac:spMkLst>
        </pc:spChg>
      </pc:sldChg>
      <pc:sldChg chg="del">
        <pc:chgData name="Sunbin Kim" userId="54d11c9c6284e2f4" providerId="LiveId" clId="{B4F41494-DAE8-41C2-840B-43D18DA44D46}" dt="2024-11-18T06:52:00.017" v="3483" actId="47"/>
        <pc:sldMkLst>
          <pc:docMk/>
          <pc:sldMk cId="3721787742" sldId="353"/>
        </pc:sldMkLst>
      </pc:sldChg>
      <pc:sldChg chg="addSp delSp modSp mod">
        <pc:chgData name="Sunbin Kim" userId="54d11c9c6284e2f4" providerId="LiveId" clId="{B4F41494-DAE8-41C2-840B-43D18DA44D46}" dt="2024-11-18T06:22:35.070" v="3002" actId="21"/>
        <pc:sldMkLst>
          <pc:docMk/>
          <pc:sldMk cId="588299219" sldId="356"/>
        </pc:sldMkLst>
        <pc:spChg chg="add del mod">
          <ac:chgData name="Sunbin Kim" userId="54d11c9c6284e2f4" providerId="LiveId" clId="{B4F41494-DAE8-41C2-840B-43D18DA44D46}" dt="2024-11-18T06:22:35.070" v="3002" actId="21"/>
          <ac:spMkLst>
            <pc:docMk/>
            <pc:sldMk cId="588299219" sldId="356"/>
            <ac:spMk id="4" creationId="{E8170605-0AFA-7DD0-88DC-C5AA99CFC575}"/>
          </ac:spMkLst>
        </pc:spChg>
      </pc:sldChg>
      <pc:sldChg chg="del">
        <pc:chgData name="Sunbin Kim" userId="54d11c9c6284e2f4" providerId="LiveId" clId="{B4F41494-DAE8-41C2-840B-43D18DA44D46}" dt="2024-11-18T06:52:43.647" v="3490" actId="47"/>
        <pc:sldMkLst>
          <pc:docMk/>
          <pc:sldMk cId="294715123" sldId="359"/>
        </pc:sldMkLst>
      </pc:sldChg>
      <pc:sldChg chg="del">
        <pc:chgData name="Sunbin Kim" userId="54d11c9c6284e2f4" providerId="LiveId" clId="{B4F41494-DAE8-41C2-840B-43D18DA44D46}" dt="2024-11-18T06:52:43.647" v="3490" actId="47"/>
        <pc:sldMkLst>
          <pc:docMk/>
          <pc:sldMk cId="2882043628" sldId="360"/>
        </pc:sldMkLst>
      </pc:sldChg>
      <pc:sldChg chg="addSp modSp del mod">
        <pc:chgData name="Sunbin Kim" userId="54d11c9c6284e2f4" providerId="LiveId" clId="{B4F41494-DAE8-41C2-840B-43D18DA44D46}" dt="2024-11-18T06:52:55.710" v="3494" actId="47"/>
        <pc:sldMkLst>
          <pc:docMk/>
          <pc:sldMk cId="1321040034" sldId="361"/>
        </pc:sldMkLst>
        <pc:spChg chg="add mod">
          <ac:chgData name="Sunbin Kim" userId="54d11c9c6284e2f4" providerId="LiveId" clId="{B4F41494-DAE8-41C2-840B-43D18DA44D46}" dt="2024-11-18T06:23:39.351" v="3126" actId="14100"/>
          <ac:spMkLst>
            <pc:docMk/>
            <pc:sldMk cId="1321040034" sldId="361"/>
            <ac:spMk id="2" creationId="{DCA96034-53FD-F9C9-4DD6-8775F9F14058}"/>
          </ac:spMkLst>
        </pc:spChg>
        <pc:graphicFrameChg chg="modGraphic">
          <ac:chgData name="Sunbin Kim" userId="54d11c9c6284e2f4" providerId="LiveId" clId="{B4F41494-DAE8-41C2-840B-43D18DA44D46}" dt="2024-11-18T06:23:20.294" v="3017" actId="6549"/>
          <ac:graphicFrameMkLst>
            <pc:docMk/>
            <pc:sldMk cId="1321040034" sldId="361"/>
            <ac:graphicFrameMk id="20" creationId="{020ABB05-552D-6774-1739-5A062E22A63D}"/>
          </ac:graphicFrameMkLst>
        </pc:graphicFrameChg>
      </pc:sldChg>
      <pc:sldChg chg="addSp modSp del mod">
        <pc:chgData name="Sunbin Kim" userId="54d11c9c6284e2f4" providerId="LiveId" clId="{B4F41494-DAE8-41C2-840B-43D18DA44D46}" dt="2024-11-18T06:52:12.822" v="3486" actId="47"/>
        <pc:sldMkLst>
          <pc:docMk/>
          <pc:sldMk cId="1538069063" sldId="362"/>
        </pc:sldMkLst>
        <pc:spChg chg="add mod">
          <ac:chgData name="Sunbin Kim" userId="54d11c9c6284e2f4" providerId="LiveId" clId="{B4F41494-DAE8-41C2-840B-43D18DA44D46}" dt="2024-11-18T06:25:34.422" v="3198" actId="1076"/>
          <ac:spMkLst>
            <pc:docMk/>
            <pc:sldMk cId="1538069063" sldId="362"/>
            <ac:spMk id="5" creationId="{3A8D8DB9-DA24-97BF-A969-1425DABD01F8}"/>
          </ac:spMkLst>
        </pc:spChg>
        <pc:spChg chg="mod">
          <ac:chgData name="Sunbin Kim" userId="54d11c9c6284e2f4" providerId="LiveId" clId="{B4F41494-DAE8-41C2-840B-43D18DA44D46}" dt="2024-11-18T06:26:02.317" v="3264" actId="20577"/>
          <ac:spMkLst>
            <pc:docMk/>
            <pc:sldMk cId="1538069063" sldId="362"/>
            <ac:spMk id="87" creationId="{492C2353-8F94-B38C-C8C0-5DED11ADCF8E}"/>
          </ac:spMkLst>
        </pc:spChg>
      </pc:sldChg>
      <pc:sldChg chg="addSp delSp modSp mod">
        <pc:chgData name="Sunbin Kim" userId="54d11c9c6284e2f4" providerId="LiveId" clId="{B4F41494-DAE8-41C2-840B-43D18DA44D46}" dt="2024-11-18T06:52:29.219" v="3488" actId="478"/>
        <pc:sldMkLst>
          <pc:docMk/>
          <pc:sldMk cId="1422249502" sldId="364"/>
        </pc:sldMkLst>
        <pc:spChg chg="add del mod">
          <ac:chgData name="Sunbin Kim" userId="54d11c9c6284e2f4" providerId="LiveId" clId="{B4F41494-DAE8-41C2-840B-43D18DA44D46}" dt="2024-11-18T06:52:29.219" v="3488" actId="478"/>
          <ac:spMkLst>
            <pc:docMk/>
            <pc:sldMk cId="1422249502" sldId="364"/>
            <ac:spMk id="2" creationId="{A7397C37-83DA-7C6A-3A3A-8FC946D3EB18}"/>
          </ac:spMkLst>
        </pc:spChg>
        <pc:spChg chg="add del mod">
          <ac:chgData name="Sunbin Kim" userId="54d11c9c6284e2f4" providerId="LiveId" clId="{B4F41494-DAE8-41C2-840B-43D18DA44D46}" dt="2024-11-18T06:52:29.219" v="3488" actId="478"/>
          <ac:spMkLst>
            <pc:docMk/>
            <pc:sldMk cId="1422249502" sldId="364"/>
            <ac:spMk id="4" creationId="{6EAD2405-823A-AA64-5F93-EB3BBEC90776}"/>
          </ac:spMkLst>
        </pc:spChg>
        <pc:spChg chg="add del mod">
          <ac:chgData name="Sunbin Kim" userId="54d11c9c6284e2f4" providerId="LiveId" clId="{B4F41494-DAE8-41C2-840B-43D18DA44D46}" dt="2024-11-18T06:52:29.219" v="3488" actId="478"/>
          <ac:spMkLst>
            <pc:docMk/>
            <pc:sldMk cId="1422249502" sldId="364"/>
            <ac:spMk id="5" creationId="{485874F4-CF37-E4E4-F08E-CE23FF2D6A92}"/>
          </ac:spMkLst>
        </pc:spChg>
        <pc:spChg chg="add del mod">
          <ac:chgData name="Sunbin Kim" userId="54d11c9c6284e2f4" providerId="LiveId" clId="{B4F41494-DAE8-41C2-840B-43D18DA44D46}" dt="2024-11-18T06:52:29.219" v="3488" actId="478"/>
          <ac:spMkLst>
            <pc:docMk/>
            <pc:sldMk cId="1422249502" sldId="364"/>
            <ac:spMk id="6" creationId="{4E5C8496-4C78-0BE8-E561-A94A80817AA7}"/>
          </ac:spMkLst>
        </pc:spChg>
        <pc:spChg chg="mod">
          <ac:chgData name="Sunbin Kim" userId="54d11c9c6284e2f4" providerId="LiveId" clId="{B4F41494-DAE8-41C2-840B-43D18DA44D46}" dt="2024-11-18T06:31:10.452" v="3479" actId="20577"/>
          <ac:spMkLst>
            <pc:docMk/>
            <pc:sldMk cId="1422249502" sldId="364"/>
            <ac:spMk id="82" creationId="{5237C1B8-12A1-E374-0FBF-5813E218CF96}"/>
          </ac:spMkLst>
        </pc:spChg>
        <pc:spChg chg="mod">
          <ac:chgData name="Sunbin Kim" userId="54d11c9c6284e2f4" providerId="LiveId" clId="{B4F41494-DAE8-41C2-840B-43D18DA44D46}" dt="2024-11-18T06:29:44.277" v="3465" actId="6549"/>
          <ac:spMkLst>
            <pc:docMk/>
            <pc:sldMk cId="1422249502" sldId="364"/>
            <ac:spMk id="87" creationId="{42FA9B0A-F452-F005-A7E0-7894A154117E}"/>
          </ac:spMkLst>
        </pc:spChg>
        <pc:spChg chg="mod">
          <ac:chgData name="Sunbin Kim" userId="54d11c9c6284e2f4" providerId="LiveId" clId="{B4F41494-DAE8-41C2-840B-43D18DA44D46}" dt="2024-11-18T06:30:53.347" v="3473" actId="20577"/>
          <ac:spMkLst>
            <pc:docMk/>
            <pc:sldMk cId="1422249502" sldId="364"/>
            <ac:spMk id="93" creationId="{4A53702F-7EB4-64B2-EAC4-F2635907FF11}"/>
          </ac:spMkLst>
        </pc:spChg>
        <pc:spChg chg="mod">
          <ac:chgData name="Sunbin Kim" userId="54d11c9c6284e2f4" providerId="LiveId" clId="{B4F41494-DAE8-41C2-840B-43D18DA44D46}" dt="2024-11-18T06:29:05.648" v="3441" actId="20577"/>
          <ac:spMkLst>
            <pc:docMk/>
            <pc:sldMk cId="1422249502" sldId="364"/>
            <ac:spMk id="121" creationId="{00A23D2A-B711-B586-D63A-8CB859E44824}"/>
          </ac:spMkLst>
        </pc:spChg>
      </pc:sldChg>
      <pc:sldChg chg="del">
        <pc:chgData name="Sunbin Kim" userId="54d11c9c6284e2f4" providerId="LiveId" clId="{B4F41494-DAE8-41C2-840B-43D18DA44D46}" dt="2024-11-18T06:53:09.255" v="3498" actId="47"/>
        <pc:sldMkLst>
          <pc:docMk/>
          <pc:sldMk cId="1637431802" sldId="366"/>
        </pc:sldMkLst>
      </pc:sldChg>
      <pc:sldChg chg="addSp modSp mod">
        <pc:chgData name="Sunbin Kim" userId="54d11c9c6284e2f4" providerId="LiveId" clId="{B4F41494-DAE8-41C2-840B-43D18DA44D46}" dt="2024-11-18T06:02:00.490" v="2875" actId="20577"/>
        <pc:sldMkLst>
          <pc:docMk/>
          <pc:sldMk cId="2894206468" sldId="382"/>
        </pc:sldMkLst>
        <pc:spChg chg="add mod">
          <ac:chgData name="Sunbin Kim" userId="54d11c9c6284e2f4" providerId="LiveId" clId="{B4F41494-DAE8-41C2-840B-43D18DA44D46}" dt="2024-11-18T04:36:19.919" v="247" actId="14100"/>
          <ac:spMkLst>
            <pc:docMk/>
            <pc:sldMk cId="2894206468" sldId="382"/>
            <ac:spMk id="3" creationId="{033CD128-8E6E-A990-7AAB-BA3C54E2846A}"/>
          </ac:spMkLst>
        </pc:spChg>
        <pc:spChg chg="mod">
          <ac:chgData name="Sunbin Kim" userId="54d11c9c6284e2f4" providerId="LiveId" clId="{B4F41494-DAE8-41C2-840B-43D18DA44D46}" dt="2024-11-18T06:02:00.490" v="2875" actId="20577"/>
          <ac:spMkLst>
            <pc:docMk/>
            <pc:sldMk cId="2894206468" sldId="382"/>
            <ac:spMk id="8" creationId="{F5CD8601-B5D2-B7A7-AB7C-8EE827A78357}"/>
          </ac:spMkLst>
        </pc:spChg>
        <pc:graphicFrameChg chg="add mod modGraphic">
          <ac:chgData name="Sunbin Kim" userId="54d11c9c6284e2f4" providerId="LiveId" clId="{B4F41494-DAE8-41C2-840B-43D18DA44D46}" dt="2024-11-18T05:07:38.295" v="1407"/>
          <ac:graphicFrameMkLst>
            <pc:docMk/>
            <pc:sldMk cId="2894206468" sldId="382"/>
            <ac:graphicFrameMk id="2" creationId="{21F7F024-453D-DFF5-E4E6-01EA090E62F8}"/>
          </ac:graphicFrameMkLst>
        </pc:graphicFrameChg>
      </pc:sldChg>
      <pc:sldChg chg="del">
        <pc:chgData name="Sunbin Kim" userId="54d11c9c6284e2f4" providerId="LiveId" clId="{B4F41494-DAE8-41C2-840B-43D18DA44D46}" dt="2024-11-18T06:53:01.694" v="3496" actId="47"/>
        <pc:sldMkLst>
          <pc:docMk/>
          <pc:sldMk cId="2760466394" sldId="384"/>
        </pc:sldMkLst>
      </pc:sldChg>
      <pc:sldChg chg="del">
        <pc:chgData name="Sunbin Kim" userId="54d11c9c6284e2f4" providerId="LiveId" clId="{B4F41494-DAE8-41C2-840B-43D18DA44D46}" dt="2024-11-18T06:52:49.688" v="3492" actId="47"/>
        <pc:sldMkLst>
          <pc:docMk/>
          <pc:sldMk cId="1973682247" sldId="385"/>
        </pc:sldMkLst>
      </pc:sldChg>
      <pc:sldChg chg="addSp delSp modSp mod">
        <pc:chgData name="Sunbin Kim" userId="54d11c9c6284e2f4" providerId="LiveId" clId="{B4F41494-DAE8-41C2-840B-43D18DA44D46}" dt="2024-11-18T06:59:27.668" v="3499" actId="478"/>
        <pc:sldMkLst>
          <pc:docMk/>
          <pc:sldMk cId="1126046982" sldId="393"/>
        </pc:sldMkLst>
        <pc:spChg chg="add mod">
          <ac:chgData name="Sunbin Kim" userId="54d11c9c6284e2f4" providerId="LiveId" clId="{B4F41494-DAE8-41C2-840B-43D18DA44D46}" dt="2024-11-18T06:24:07.452" v="3133"/>
          <ac:spMkLst>
            <pc:docMk/>
            <pc:sldMk cId="1126046982" sldId="393"/>
            <ac:spMk id="6" creationId="{E8170605-0AFA-7DD0-88DC-C5AA99CFC575}"/>
          </ac:spMkLst>
        </pc:spChg>
        <pc:spChg chg="add del">
          <ac:chgData name="Sunbin Kim" userId="54d11c9c6284e2f4" providerId="LiveId" clId="{B4F41494-DAE8-41C2-840B-43D18DA44D46}" dt="2024-11-18T06:24:35.390" v="3160" actId="22"/>
          <ac:spMkLst>
            <pc:docMk/>
            <pc:sldMk cId="1126046982" sldId="393"/>
            <ac:spMk id="8" creationId="{B4AB3749-085D-3E48-F635-C97E51BAA213}"/>
          </ac:spMkLst>
        </pc:spChg>
        <pc:spChg chg="add del mod">
          <ac:chgData name="Sunbin Kim" userId="54d11c9c6284e2f4" providerId="LiveId" clId="{B4F41494-DAE8-41C2-840B-43D18DA44D46}" dt="2024-11-18T06:59:27.668" v="3499" actId="478"/>
          <ac:spMkLst>
            <pc:docMk/>
            <pc:sldMk cId="1126046982" sldId="393"/>
            <ac:spMk id="9" creationId="{BD56A6EB-5E72-D175-6302-8B14F97CDCCB}"/>
          </ac:spMkLst>
        </pc:spChg>
        <pc:spChg chg="mod">
          <ac:chgData name="Sunbin Kim" userId="54d11c9c6284e2f4" providerId="LiveId" clId="{B4F41494-DAE8-41C2-840B-43D18DA44D46}" dt="2024-11-18T06:24:31.341" v="3156" actId="20577"/>
          <ac:spMkLst>
            <pc:docMk/>
            <pc:sldMk cId="1126046982" sldId="393"/>
            <ac:spMk id="57" creationId="{F50A5E6B-B13A-872F-5E53-EEC15E2803F2}"/>
          </ac:spMkLst>
        </pc:spChg>
        <pc:spChg chg="mod">
          <ac:chgData name="Sunbin Kim" userId="54d11c9c6284e2f4" providerId="LiveId" clId="{B4F41494-DAE8-41C2-840B-43D18DA44D46}" dt="2024-11-18T06:24:33.892" v="3158"/>
          <ac:spMkLst>
            <pc:docMk/>
            <pc:sldMk cId="1126046982" sldId="393"/>
            <ac:spMk id="61" creationId="{7F28681A-3B46-1BBB-504E-9CD388A457E1}"/>
          </ac:spMkLst>
        </pc:spChg>
        <pc:spChg chg="mod">
          <ac:chgData name="Sunbin Kim" userId="54d11c9c6284e2f4" providerId="LiveId" clId="{B4F41494-DAE8-41C2-840B-43D18DA44D46}" dt="2024-11-18T06:24:33.160" v="3157"/>
          <ac:spMkLst>
            <pc:docMk/>
            <pc:sldMk cId="1126046982" sldId="393"/>
            <ac:spMk id="64" creationId="{C4A8536F-2DCF-EC64-76BB-57FEED398760}"/>
          </ac:spMkLst>
        </pc:spChg>
        <pc:spChg chg="mod">
          <ac:chgData name="Sunbin Kim" userId="54d11c9c6284e2f4" providerId="LiveId" clId="{B4F41494-DAE8-41C2-840B-43D18DA44D46}" dt="2024-11-18T06:24:18.484" v="3136" actId="6549"/>
          <ac:spMkLst>
            <pc:docMk/>
            <pc:sldMk cId="1126046982" sldId="393"/>
            <ac:spMk id="87" creationId="{26268E8A-C67E-E67F-1E09-E3F510491AAF}"/>
          </ac:spMkLst>
        </pc:spChg>
      </pc:sldChg>
      <pc:sldChg chg="addSp delSp modSp add mod">
        <pc:chgData name="Sunbin Kim" userId="54d11c9c6284e2f4" providerId="LiveId" clId="{B4F41494-DAE8-41C2-840B-43D18DA44D46}" dt="2024-11-18T05:38:24.649" v="2674" actId="20577"/>
        <pc:sldMkLst>
          <pc:docMk/>
          <pc:sldMk cId="3530691780" sldId="396"/>
        </pc:sldMkLst>
        <pc:spChg chg="mod">
          <ac:chgData name="Sunbin Kim" userId="54d11c9c6284e2f4" providerId="LiveId" clId="{B4F41494-DAE8-41C2-840B-43D18DA44D46}" dt="2024-11-18T05:38:24.649" v="2674" actId="20577"/>
          <ac:spMkLst>
            <pc:docMk/>
            <pc:sldMk cId="3530691780" sldId="396"/>
            <ac:spMk id="27" creationId="{C0D7D967-FA6E-0C41-8A9B-9C07DDB7687A}"/>
          </ac:spMkLst>
        </pc:spChg>
        <pc:graphicFrameChg chg="add del mod">
          <ac:chgData name="Sunbin Kim" userId="54d11c9c6284e2f4" providerId="LiveId" clId="{B4F41494-DAE8-41C2-840B-43D18DA44D46}" dt="2024-11-18T05:38:04.722" v="2622" actId="478"/>
          <ac:graphicFrameMkLst>
            <pc:docMk/>
            <pc:sldMk cId="3530691780" sldId="396"/>
            <ac:graphicFrameMk id="2" creationId="{6E6E1693-E670-3989-509A-22F8150C488F}"/>
          </ac:graphicFrameMkLst>
        </pc:graphicFrameChg>
        <pc:graphicFrameChg chg="add mod modGraphic">
          <ac:chgData name="Sunbin Kim" userId="54d11c9c6284e2f4" providerId="LiveId" clId="{B4F41494-DAE8-41C2-840B-43D18DA44D46}" dt="2024-11-18T05:38:02.662" v="2621" actId="113"/>
          <ac:graphicFrameMkLst>
            <pc:docMk/>
            <pc:sldMk cId="3530691780" sldId="396"/>
            <ac:graphicFrameMk id="3" creationId="{E7939C2D-E2D1-A428-1F3E-E2416AD913DD}"/>
          </ac:graphicFrameMkLst>
        </pc:graphicFrameChg>
        <pc:picChg chg="del">
          <ac:chgData name="Sunbin Kim" userId="54d11c9c6284e2f4" providerId="LiveId" clId="{B4F41494-DAE8-41C2-840B-43D18DA44D46}" dt="2024-11-18T05:17:52.568" v="1446" actId="478"/>
          <ac:picMkLst>
            <pc:docMk/>
            <pc:sldMk cId="3530691780" sldId="396"/>
            <ac:picMk id="240" creationId="{F8B78D67-8DC6-96B2-7500-0F83C4B5021D}"/>
          </ac:picMkLst>
        </pc:picChg>
      </pc:sldChg>
      <pc:sldChg chg="addSp delSp modSp new del mod ord">
        <pc:chgData name="Sunbin Kim" userId="54d11c9c6284e2f4" providerId="LiveId" clId="{B4F41494-DAE8-41C2-840B-43D18DA44D46}" dt="2024-11-18T05:51:08.822" v="2775" actId="47"/>
        <pc:sldMkLst>
          <pc:docMk/>
          <pc:sldMk cId="3435983710" sldId="397"/>
        </pc:sldMkLst>
        <pc:spChg chg="add mod">
          <ac:chgData name="Sunbin Kim" userId="54d11c9c6284e2f4" providerId="LiveId" clId="{B4F41494-DAE8-41C2-840B-43D18DA44D46}" dt="2024-11-18T05:48:01.812" v="2769" actId="164"/>
          <ac:spMkLst>
            <pc:docMk/>
            <pc:sldMk cId="3435983710" sldId="397"/>
            <ac:spMk id="2" creationId="{D0907E45-90F2-0773-4888-8CD9D5BDB4F6}"/>
          </ac:spMkLst>
        </pc:spChg>
        <pc:spChg chg="add mod">
          <ac:chgData name="Sunbin Kim" userId="54d11c9c6284e2f4" providerId="LiveId" clId="{B4F41494-DAE8-41C2-840B-43D18DA44D46}" dt="2024-11-18T05:48:01.812" v="2769" actId="164"/>
          <ac:spMkLst>
            <pc:docMk/>
            <pc:sldMk cId="3435983710" sldId="397"/>
            <ac:spMk id="3" creationId="{5FFF213B-FD20-7382-E979-E7E18CDAC39B}"/>
          </ac:spMkLst>
        </pc:spChg>
        <pc:spChg chg="add mod">
          <ac:chgData name="Sunbin Kim" userId="54d11c9c6284e2f4" providerId="LiveId" clId="{B4F41494-DAE8-41C2-840B-43D18DA44D46}" dt="2024-11-18T05:48:01.812" v="2769" actId="164"/>
          <ac:spMkLst>
            <pc:docMk/>
            <pc:sldMk cId="3435983710" sldId="397"/>
            <ac:spMk id="4" creationId="{6A325C80-412C-06FC-D905-92F382DDFEF6}"/>
          </ac:spMkLst>
        </pc:spChg>
        <pc:spChg chg="add mod">
          <ac:chgData name="Sunbin Kim" userId="54d11c9c6284e2f4" providerId="LiveId" clId="{B4F41494-DAE8-41C2-840B-43D18DA44D46}" dt="2024-11-18T05:48:01.812" v="2769" actId="164"/>
          <ac:spMkLst>
            <pc:docMk/>
            <pc:sldMk cId="3435983710" sldId="397"/>
            <ac:spMk id="5" creationId="{F671FA40-EF5E-170C-CB92-28CFF7E8463C}"/>
          </ac:spMkLst>
        </pc:spChg>
        <pc:spChg chg="add mod">
          <ac:chgData name="Sunbin Kim" userId="54d11c9c6284e2f4" providerId="LiveId" clId="{B4F41494-DAE8-41C2-840B-43D18DA44D46}" dt="2024-11-18T05:48:01.812" v="2769" actId="164"/>
          <ac:spMkLst>
            <pc:docMk/>
            <pc:sldMk cId="3435983710" sldId="397"/>
            <ac:spMk id="6" creationId="{C371C992-E27C-5B55-4788-6529508CB7FD}"/>
          </ac:spMkLst>
        </pc:spChg>
        <pc:spChg chg="add del mod">
          <ac:chgData name="Sunbin Kim" userId="54d11c9c6284e2f4" providerId="LiveId" clId="{B4F41494-DAE8-41C2-840B-43D18DA44D46}" dt="2024-11-18T05:47:43.817" v="2758" actId="478"/>
          <ac:spMkLst>
            <pc:docMk/>
            <pc:sldMk cId="3435983710" sldId="397"/>
            <ac:spMk id="9" creationId="{4F3F920C-7350-2082-2961-80683D6B72D5}"/>
          </ac:spMkLst>
        </pc:spChg>
        <pc:grpChg chg="add mod">
          <ac:chgData name="Sunbin Kim" userId="54d11c9c6284e2f4" providerId="LiveId" clId="{B4F41494-DAE8-41C2-840B-43D18DA44D46}" dt="2024-11-18T05:48:15.453" v="2770" actId="164"/>
          <ac:grpSpMkLst>
            <pc:docMk/>
            <pc:sldMk cId="3435983710" sldId="397"/>
            <ac:grpSpMk id="10" creationId="{5B7D1383-2C3F-FA34-E1E7-CA99E4B3D8BF}"/>
          </ac:grpSpMkLst>
        </pc:grpChg>
        <pc:grpChg chg="add del mod">
          <ac:chgData name="Sunbin Kim" userId="54d11c9c6284e2f4" providerId="LiveId" clId="{B4F41494-DAE8-41C2-840B-43D18DA44D46}" dt="2024-11-18T05:50:35.268" v="2771" actId="478"/>
          <ac:grpSpMkLst>
            <pc:docMk/>
            <pc:sldMk cId="3435983710" sldId="397"/>
            <ac:grpSpMk id="11" creationId="{17FB4B25-AFAA-F355-4B9E-D9E86312489F}"/>
          </ac:grpSpMkLst>
        </pc:grpChg>
        <pc:cxnChg chg="add mod">
          <ac:chgData name="Sunbin Kim" userId="54d11c9c6284e2f4" providerId="LiveId" clId="{B4F41494-DAE8-41C2-840B-43D18DA44D46}" dt="2024-11-18T05:48:15.453" v="2770" actId="164"/>
          <ac:cxnSpMkLst>
            <pc:docMk/>
            <pc:sldMk cId="3435983710" sldId="397"/>
            <ac:cxnSpMk id="8" creationId="{CDDB0A41-3F04-FF87-F22A-606C97C7F262}"/>
          </ac:cxnSpMkLst>
        </pc:cxnChg>
      </pc:sldChg>
      <pc:sldChg chg="addSp delSp modSp add mod">
        <pc:chgData name="Sunbin Kim" userId="54d11c9c6284e2f4" providerId="LiveId" clId="{B4F41494-DAE8-41C2-840B-43D18DA44D46}" dt="2024-11-18T06:06:49.194" v="2975" actId="1036"/>
        <pc:sldMkLst>
          <pc:docMk/>
          <pc:sldMk cId="1494045251" sldId="398"/>
        </pc:sldMkLst>
        <pc:spChg chg="add mod">
          <ac:chgData name="Sunbin Kim" userId="54d11c9c6284e2f4" providerId="LiveId" clId="{B4F41494-DAE8-41C2-840B-43D18DA44D46}" dt="2024-11-18T05:56:14.654" v="2834"/>
          <ac:spMkLst>
            <pc:docMk/>
            <pc:sldMk cId="1494045251" sldId="398"/>
            <ac:spMk id="3" creationId="{CC81165D-D912-2582-8467-223B307C0DB4}"/>
          </ac:spMkLst>
        </pc:spChg>
        <pc:spChg chg="add mod">
          <ac:chgData name="Sunbin Kim" userId="54d11c9c6284e2f4" providerId="LiveId" clId="{B4F41494-DAE8-41C2-840B-43D18DA44D46}" dt="2024-11-18T05:56:14.654" v="2834"/>
          <ac:spMkLst>
            <pc:docMk/>
            <pc:sldMk cId="1494045251" sldId="398"/>
            <ac:spMk id="4" creationId="{0813E4C3-1D37-D0C2-F59D-9B4FCE2FE59D}"/>
          </ac:spMkLst>
        </pc:spChg>
        <pc:spChg chg="add mod">
          <ac:chgData name="Sunbin Kim" userId="54d11c9c6284e2f4" providerId="LiveId" clId="{B4F41494-DAE8-41C2-840B-43D18DA44D46}" dt="2024-11-18T05:56:14.654" v="2834"/>
          <ac:spMkLst>
            <pc:docMk/>
            <pc:sldMk cId="1494045251" sldId="398"/>
            <ac:spMk id="5" creationId="{390EE60F-EA27-3448-F0CF-CC70BAB9D190}"/>
          </ac:spMkLst>
        </pc:spChg>
        <pc:spChg chg="add mod">
          <ac:chgData name="Sunbin Kim" userId="54d11c9c6284e2f4" providerId="LiveId" clId="{B4F41494-DAE8-41C2-840B-43D18DA44D46}" dt="2024-11-18T05:56:14.654" v="2834"/>
          <ac:spMkLst>
            <pc:docMk/>
            <pc:sldMk cId="1494045251" sldId="398"/>
            <ac:spMk id="6" creationId="{F02796E2-9FBF-F386-7F06-36CDEE6596AB}"/>
          </ac:spMkLst>
        </pc:spChg>
        <pc:spChg chg="mod">
          <ac:chgData name="Sunbin Kim" userId="54d11c9c6284e2f4" providerId="LiveId" clId="{B4F41494-DAE8-41C2-840B-43D18DA44D46}" dt="2024-11-18T05:55:24.915" v="2833" actId="20577"/>
          <ac:spMkLst>
            <pc:docMk/>
            <pc:sldMk cId="1494045251" sldId="398"/>
            <ac:spMk id="9" creationId="{66F7ABF8-0CCD-E82B-81E9-8D9A88784505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10" creationId="{E6504597-D32B-9BC1-2AD8-573108E373B4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11" creationId="{0FAF0AC0-D0D3-D7B4-A057-F039B9F53298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12" creationId="{03871C51-D47F-A1B3-89B5-455EBCEDD5DF}"/>
          </ac:spMkLst>
        </pc:spChg>
        <pc:spChg chg="add mod">
          <ac:chgData name="Sunbin Kim" userId="54d11c9c6284e2f4" providerId="LiveId" clId="{B4F41494-DAE8-41C2-840B-43D18DA44D46}" dt="2024-11-18T05:56:20.166" v="2835"/>
          <ac:spMkLst>
            <pc:docMk/>
            <pc:sldMk cId="1494045251" sldId="398"/>
            <ac:spMk id="14" creationId="{BF2C5700-B53F-E48C-F59A-FBE3A8755DBA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19" creationId="{10F85474-E8B1-F272-288B-8832F6C4A890}"/>
          </ac:spMkLst>
        </pc:spChg>
        <pc:spChg chg="add mod">
          <ac:chgData name="Sunbin Kim" userId="54d11c9c6284e2f4" providerId="LiveId" clId="{B4F41494-DAE8-41C2-840B-43D18DA44D46}" dt="2024-11-18T05:56:20.166" v="2835"/>
          <ac:spMkLst>
            <pc:docMk/>
            <pc:sldMk cId="1494045251" sldId="398"/>
            <ac:spMk id="20" creationId="{AA3EF8B0-73BB-E7E7-EFE5-565E4FB08AFE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21" creationId="{329EAE08-F60A-65B4-35D6-3A04390B370C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22" creationId="{E29D8816-B16E-DF92-CA3D-06DB1CABBD75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23" creationId="{8C1F4C5F-4030-6F11-08B3-20F60EB35A82}"/>
          </ac:spMkLst>
        </pc:spChg>
        <pc:spChg chg="add mod">
          <ac:chgData name="Sunbin Kim" userId="54d11c9c6284e2f4" providerId="LiveId" clId="{B4F41494-DAE8-41C2-840B-43D18DA44D46}" dt="2024-11-18T05:56:20.166" v="2835"/>
          <ac:spMkLst>
            <pc:docMk/>
            <pc:sldMk cId="1494045251" sldId="398"/>
            <ac:spMk id="27" creationId="{FB854B95-6253-7F22-8B59-40E90E9AC07B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29" creationId="{A8895E03-39B7-9F7D-4319-D3F6E3DA4890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30" creationId="{C5140EFA-364D-FC87-7DBD-4DDF04A1471E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31" creationId="{DC89ACE8-49FF-9469-CCBD-3DD81C424EE4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32" creationId="{4B0B5CD2-1008-D514-6405-06328F4832C5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33" creationId="{921B5973-FEA3-B8E2-9BC0-1C1FC1E6FE10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34" creationId="{3C7FA0E5-A031-401D-41A2-BFC4CB099BA4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35" creationId="{48E0B634-96A7-F27A-3782-05B60443A7EF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36" creationId="{DC029AE0-3D8D-D06C-3A91-9E1F7E86C296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37" creationId="{FA4A2EDE-5ACC-E79F-4C5A-E390314478F6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39" creationId="{84F1CE7A-6FBD-D9CF-AFB5-A1AF080BF4F2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41" creationId="{A6FD431C-D8DA-2436-27CC-797B2AFD1622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42" creationId="{7913D332-DB63-E28A-B537-8ECCFB3D1CC5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43" creationId="{512EF9B1-0953-7D12-4810-8BC670796F79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44" creationId="{5C257CC5-A2ED-D8EC-B7D2-61FE597B8177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45" creationId="{BDCD5678-D6A9-B41F-8862-982E4ADCCAB4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46" creationId="{7BBD7C12-BD6E-498D-BF25-BABE62660BBC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47" creationId="{AD809D15-3120-A7E1-0A4B-A6DF750CDBCB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48" creationId="{7CC6E35E-007C-7FC2-2C9E-77ECE98DF667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49" creationId="{F1764913-CF47-8901-D0DE-FE8DD050284B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50" creationId="{7E9546C0-F4A7-D8C4-2F0A-68EF8BFFAD06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51" creationId="{D1752907-50F4-955E-AE5B-FCE3E8162131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52" creationId="{7D56E025-DC18-A84B-7D6C-4ECA514996C2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53" creationId="{D9B01475-5BDB-4A37-F458-A6A18BE0BEBD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54" creationId="{89905DF0-B924-F004-0BC6-3C18C9315937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55" creationId="{FCDE8B26-EBBC-33C0-974A-72E77D42620A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56" creationId="{2513B08E-0B07-3C37-97CC-7B92073C1C5A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57" creationId="{F75126CC-CA7B-F782-E01E-E487FF12F214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58" creationId="{27D35C22-04BB-CDB0-8CFA-C7AFBEC89E4F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59" creationId="{02FF8C94-B19B-4046-A100-687FB0733F85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60" creationId="{0A3E2194-A9EC-78F9-1BD1-99824B085F86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61" creationId="{2CE1274D-5ADD-0D8C-9713-E9C6B64AA15B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62" creationId="{09BD5F01-7384-68C7-0BA8-532CDD091B28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64" creationId="{D7C93C41-FBCF-13C2-370E-E65E9769A502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65" creationId="{EEEB15D8-2FD0-1B2A-A98A-48690BD01E7F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72" creationId="{7443EE3A-0DB8-37A7-0364-B22A5D35EAB6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73" creationId="{570C4F04-D0B7-CD90-39DF-A3F1E099B83B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125" creationId="{A2AED202-E62F-DA7B-C705-EB6505CC6129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190" creationId="{29CCFF1C-AAC6-F38F-5CEC-D7AB4FB118AA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191" creationId="{026F1D18-6175-4735-FC3A-734125E32C32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192" creationId="{57F89C4D-18A3-2D34-F23B-0B4B01EDA03C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202" creationId="{8E2AE789-CF39-37BA-FA5C-A99D98EB3BAC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203" creationId="{765A8586-2609-E274-53BD-8797AFE7C225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204" creationId="{D954C30D-96D5-B14B-58C5-C53A2F2ED756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205" creationId="{417A2E75-67E3-3F67-A331-0D4FA2F17982}"/>
          </ac:spMkLst>
        </pc:spChg>
        <pc:spChg chg="del">
          <ac:chgData name="Sunbin Kim" userId="54d11c9c6284e2f4" providerId="LiveId" clId="{B4F41494-DAE8-41C2-840B-43D18DA44D46}" dt="2024-11-18T05:51:12.355" v="2776" actId="478"/>
          <ac:spMkLst>
            <pc:docMk/>
            <pc:sldMk cId="1494045251" sldId="398"/>
            <ac:spMk id="206" creationId="{6C4E4DD7-D432-EF8C-5324-041C184A2544}"/>
          </ac:spMkLst>
        </pc:spChg>
        <pc:spChg chg="add mod">
          <ac:chgData name="Sunbin Kim" userId="54d11c9c6284e2f4" providerId="LiveId" clId="{B4F41494-DAE8-41C2-840B-43D18DA44D46}" dt="2024-11-18T05:56:20.166" v="2835"/>
          <ac:spMkLst>
            <pc:docMk/>
            <pc:sldMk cId="1494045251" sldId="398"/>
            <ac:spMk id="214" creationId="{9E3AC40C-2FEE-67E5-0C50-0E0284D38C90}"/>
          </ac:spMkLst>
        </pc:spChg>
        <pc:spChg chg="add mod">
          <ac:chgData name="Sunbin Kim" userId="54d11c9c6284e2f4" providerId="LiveId" clId="{B4F41494-DAE8-41C2-840B-43D18DA44D46}" dt="2024-11-18T05:56:21.582" v="2836"/>
          <ac:spMkLst>
            <pc:docMk/>
            <pc:sldMk cId="1494045251" sldId="398"/>
            <ac:spMk id="216" creationId="{E26C6085-E0E2-68D3-C7B8-21B091B188D8}"/>
          </ac:spMkLst>
        </pc:spChg>
        <pc:spChg chg="add mod">
          <ac:chgData name="Sunbin Kim" userId="54d11c9c6284e2f4" providerId="LiveId" clId="{B4F41494-DAE8-41C2-840B-43D18DA44D46}" dt="2024-11-18T05:56:21.582" v="2836"/>
          <ac:spMkLst>
            <pc:docMk/>
            <pc:sldMk cId="1494045251" sldId="398"/>
            <ac:spMk id="217" creationId="{19D031D2-3FBA-819F-6376-A875B39FA859}"/>
          </ac:spMkLst>
        </pc:spChg>
        <pc:spChg chg="add mod">
          <ac:chgData name="Sunbin Kim" userId="54d11c9c6284e2f4" providerId="LiveId" clId="{B4F41494-DAE8-41C2-840B-43D18DA44D46}" dt="2024-11-18T05:56:21.582" v="2836"/>
          <ac:spMkLst>
            <pc:docMk/>
            <pc:sldMk cId="1494045251" sldId="398"/>
            <ac:spMk id="218" creationId="{682969EB-C6DB-BEB1-1E4B-A1017D198176}"/>
          </ac:spMkLst>
        </pc:spChg>
        <pc:spChg chg="add mod">
          <ac:chgData name="Sunbin Kim" userId="54d11c9c6284e2f4" providerId="LiveId" clId="{B4F41494-DAE8-41C2-840B-43D18DA44D46}" dt="2024-11-18T05:56:21.582" v="2836"/>
          <ac:spMkLst>
            <pc:docMk/>
            <pc:sldMk cId="1494045251" sldId="398"/>
            <ac:spMk id="219" creationId="{D08068C9-A0C7-FDFF-238D-7A9DC7BCA1E1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22" creationId="{8120F5B3-88A8-B1D1-737E-5AA3FA78EC85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23" creationId="{D3E01480-EF70-1212-48F3-7F494C554898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28" creationId="{0BE75BF4-608E-B6E0-A0CB-AD4D3B970665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30" creationId="{BC8F55E7-05C3-0D10-F123-5D6F8F219C50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31" creationId="{EB12C78D-D88A-86CB-1D6B-2AD6FCF00210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32" creationId="{5F904774-F544-B7AC-A508-00E0E194466E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33" creationId="{53E91EE8-DC06-A4C8-21AA-FBA60C494850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34" creationId="{C6D7D297-7A93-8DB9-B8ED-17A177606992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35" creationId="{465653F8-3946-61BB-8889-9C8FBD7A07C3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36" creationId="{29857949-7829-038F-D585-A445AE833035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37" creationId="{E71B5812-50E9-613E-93C0-314E24FACF25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38" creationId="{BCA1EAC7-95ED-26BB-5B8E-0B8564212AB2}"/>
          </ac:spMkLst>
        </pc:spChg>
        <pc:spChg chg="mod">
          <ac:chgData name="Sunbin Kim" userId="54d11c9c6284e2f4" providerId="LiveId" clId="{B4F41494-DAE8-41C2-840B-43D18DA44D46}" dt="2024-11-18T05:57:13.331" v="2852" actId="404"/>
          <ac:spMkLst>
            <pc:docMk/>
            <pc:sldMk cId="1494045251" sldId="398"/>
            <ac:spMk id="239" creationId="{4D5A0B96-0EF2-E4AF-CA89-5BAE99474C23}"/>
          </ac:spMkLst>
        </pc:spChg>
        <pc:spChg chg="add mod topLvl">
          <ac:chgData name="Sunbin Kim" userId="54d11c9c6284e2f4" providerId="LiveId" clId="{B4F41494-DAE8-41C2-840B-43D18DA44D46}" dt="2024-11-18T05:58:52.378" v="2865" actId="164"/>
          <ac:spMkLst>
            <pc:docMk/>
            <pc:sldMk cId="1494045251" sldId="398"/>
            <ac:spMk id="240" creationId="{3E33A9B0-FC98-0439-AA8D-797D0464FBCD}"/>
          </ac:spMkLst>
        </pc:spChg>
        <pc:spChg chg="mod">
          <ac:chgData name="Sunbin Kim" userId="54d11c9c6284e2f4" providerId="LiveId" clId="{B4F41494-DAE8-41C2-840B-43D18DA44D46}" dt="2024-11-18T06:02:41.777" v="2918" actId="20577"/>
          <ac:spMkLst>
            <pc:docMk/>
            <pc:sldMk cId="1494045251" sldId="398"/>
            <ac:spMk id="242" creationId="{B4D0BD53-AA64-646C-82AD-AF3EE8D05350}"/>
          </ac:spMkLst>
        </pc:spChg>
        <pc:spChg chg="mod">
          <ac:chgData name="Sunbin Kim" userId="54d11c9c6284e2f4" providerId="LiveId" clId="{B4F41494-DAE8-41C2-840B-43D18DA44D46}" dt="2024-11-18T05:58:48.244" v="2863" actId="165"/>
          <ac:spMkLst>
            <pc:docMk/>
            <pc:sldMk cId="1494045251" sldId="398"/>
            <ac:spMk id="243" creationId="{B8C738D9-CEC1-5A1A-528F-187BF22EC142}"/>
          </ac:spMkLst>
        </pc:spChg>
        <pc:spChg chg="mod">
          <ac:chgData name="Sunbin Kim" userId="54d11c9c6284e2f4" providerId="LiveId" clId="{B4F41494-DAE8-41C2-840B-43D18DA44D46}" dt="2024-11-18T05:58:57.983" v="2867" actId="571"/>
          <ac:spMkLst>
            <pc:docMk/>
            <pc:sldMk cId="1494045251" sldId="398"/>
            <ac:spMk id="247" creationId="{B921D522-C78E-1C3C-89E5-2FB931186999}"/>
          </ac:spMkLst>
        </pc:spChg>
        <pc:spChg chg="mod">
          <ac:chgData name="Sunbin Kim" userId="54d11c9c6284e2f4" providerId="LiveId" clId="{B4F41494-DAE8-41C2-840B-43D18DA44D46}" dt="2024-11-18T05:58:57.983" v="2867" actId="571"/>
          <ac:spMkLst>
            <pc:docMk/>
            <pc:sldMk cId="1494045251" sldId="398"/>
            <ac:spMk id="249" creationId="{0B3EE5EE-1B89-0496-21AD-845920C5C59A}"/>
          </ac:spMkLst>
        </pc:spChg>
        <pc:spChg chg="mod">
          <ac:chgData name="Sunbin Kim" userId="54d11c9c6284e2f4" providerId="LiveId" clId="{B4F41494-DAE8-41C2-840B-43D18DA44D46}" dt="2024-11-18T05:58:57.983" v="2867" actId="571"/>
          <ac:spMkLst>
            <pc:docMk/>
            <pc:sldMk cId="1494045251" sldId="398"/>
            <ac:spMk id="250" creationId="{8AEB0C5E-F4D3-37C4-247C-1A0561383EFF}"/>
          </ac:spMkLst>
        </pc:spChg>
        <pc:spChg chg="add mod">
          <ac:chgData name="Sunbin Kim" userId="54d11c9c6284e2f4" providerId="LiveId" clId="{B4F41494-DAE8-41C2-840B-43D18DA44D46}" dt="2024-11-18T06:02:13.395" v="2876"/>
          <ac:spMkLst>
            <pc:docMk/>
            <pc:sldMk cId="1494045251" sldId="398"/>
            <ac:spMk id="252" creationId="{90E60D23-516D-43D1-4CA6-7D0376B889D3}"/>
          </ac:spMkLst>
        </pc:spChg>
        <pc:spChg chg="add mod">
          <ac:chgData name="Sunbin Kim" userId="54d11c9c6284e2f4" providerId="LiveId" clId="{B4F41494-DAE8-41C2-840B-43D18DA44D46}" dt="2024-11-18T06:02:13.395" v="2876"/>
          <ac:spMkLst>
            <pc:docMk/>
            <pc:sldMk cId="1494045251" sldId="398"/>
            <ac:spMk id="253" creationId="{4B8C0DBD-EE89-048E-03D2-1AAE143FA817}"/>
          </ac:spMkLst>
        </pc:spChg>
        <pc:spChg chg="mod">
          <ac:chgData name="Sunbin Kim" userId="54d11c9c6284e2f4" providerId="LiveId" clId="{B4F41494-DAE8-41C2-840B-43D18DA44D46}" dt="2024-11-18T06:02:49.025" v="2922" actId="404"/>
          <ac:spMkLst>
            <pc:docMk/>
            <pc:sldMk cId="1494045251" sldId="398"/>
            <ac:spMk id="256" creationId="{41C23F0A-A61E-AEE7-E0C1-CA9D99ECCF72}"/>
          </ac:spMkLst>
        </pc:spChg>
        <pc:spChg chg="mod">
          <ac:chgData name="Sunbin Kim" userId="54d11c9c6284e2f4" providerId="LiveId" clId="{B4F41494-DAE8-41C2-840B-43D18DA44D46}" dt="2024-11-18T06:02:49.025" v="2922" actId="404"/>
          <ac:spMkLst>
            <pc:docMk/>
            <pc:sldMk cId="1494045251" sldId="398"/>
            <ac:spMk id="257" creationId="{F9C22DE0-ADFF-5D4F-9DBB-011251A8B8CA}"/>
          </ac:spMkLst>
        </pc:spChg>
        <pc:spChg chg="mod">
          <ac:chgData name="Sunbin Kim" userId="54d11c9c6284e2f4" providerId="LiveId" clId="{B4F41494-DAE8-41C2-840B-43D18DA44D46}" dt="2024-11-18T06:05:01.539" v="2944" actId="6549"/>
          <ac:spMkLst>
            <pc:docMk/>
            <pc:sldMk cId="1494045251" sldId="398"/>
            <ac:spMk id="262" creationId="{00E1F116-31BE-6838-176E-4BEBE83A5D92}"/>
          </ac:spMkLst>
        </pc:spChg>
        <pc:spChg chg="mod">
          <ac:chgData name="Sunbin Kim" userId="54d11c9c6284e2f4" providerId="LiveId" clId="{B4F41494-DAE8-41C2-840B-43D18DA44D46}" dt="2024-11-18T06:02:49.025" v="2922" actId="404"/>
          <ac:spMkLst>
            <pc:docMk/>
            <pc:sldMk cId="1494045251" sldId="398"/>
            <ac:spMk id="264" creationId="{902A65AB-2755-E491-122E-FD0D53EEF0DA}"/>
          </ac:spMkLst>
        </pc:spChg>
        <pc:spChg chg="mod">
          <ac:chgData name="Sunbin Kim" userId="54d11c9c6284e2f4" providerId="LiveId" clId="{B4F41494-DAE8-41C2-840B-43D18DA44D46}" dt="2024-11-18T06:02:49.025" v="2922" actId="404"/>
          <ac:spMkLst>
            <pc:docMk/>
            <pc:sldMk cId="1494045251" sldId="398"/>
            <ac:spMk id="265" creationId="{7BC4A634-3BA0-31FE-4BDC-AF6D6A8327CD}"/>
          </ac:spMkLst>
        </pc:spChg>
        <pc:spChg chg="mod">
          <ac:chgData name="Sunbin Kim" userId="54d11c9c6284e2f4" providerId="LiveId" clId="{B4F41494-DAE8-41C2-840B-43D18DA44D46}" dt="2024-11-18T06:02:49.025" v="2922" actId="404"/>
          <ac:spMkLst>
            <pc:docMk/>
            <pc:sldMk cId="1494045251" sldId="398"/>
            <ac:spMk id="266" creationId="{E2D00A1B-4A31-6763-5009-122D4F130619}"/>
          </ac:spMkLst>
        </pc:spChg>
        <pc:spChg chg="mod">
          <ac:chgData name="Sunbin Kim" userId="54d11c9c6284e2f4" providerId="LiveId" clId="{B4F41494-DAE8-41C2-840B-43D18DA44D46}" dt="2024-11-18T06:02:49.025" v="2922" actId="404"/>
          <ac:spMkLst>
            <pc:docMk/>
            <pc:sldMk cId="1494045251" sldId="398"/>
            <ac:spMk id="267" creationId="{40A6D85A-03CE-1032-F465-B5B0A7E56CF7}"/>
          </ac:spMkLst>
        </pc:spChg>
        <pc:spChg chg="mod">
          <ac:chgData name="Sunbin Kim" userId="54d11c9c6284e2f4" providerId="LiveId" clId="{B4F41494-DAE8-41C2-840B-43D18DA44D46}" dt="2024-11-18T06:02:49.025" v="2922" actId="404"/>
          <ac:spMkLst>
            <pc:docMk/>
            <pc:sldMk cId="1494045251" sldId="398"/>
            <ac:spMk id="268" creationId="{FE53E1D6-20C8-40CC-1E84-180FD6AE8F93}"/>
          </ac:spMkLst>
        </pc:spChg>
        <pc:spChg chg="mod">
          <ac:chgData name="Sunbin Kim" userId="54d11c9c6284e2f4" providerId="LiveId" clId="{B4F41494-DAE8-41C2-840B-43D18DA44D46}" dt="2024-11-18T06:02:49.025" v="2922" actId="404"/>
          <ac:spMkLst>
            <pc:docMk/>
            <pc:sldMk cId="1494045251" sldId="398"/>
            <ac:spMk id="269" creationId="{9BBB2332-27D0-C4FA-6489-F6B4ADFE180C}"/>
          </ac:spMkLst>
        </pc:spChg>
        <pc:spChg chg="mod">
          <ac:chgData name="Sunbin Kim" userId="54d11c9c6284e2f4" providerId="LiveId" clId="{B4F41494-DAE8-41C2-840B-43D18DA44D46}" dt="2024-11-18T06:02:49.025" v="2922" actId="404"/>
          <ac:spMkLst>
            <pc:docMk/>
            <pc:sldMk cId="1494045251" sldId="398"/>
            <ac:spMk id="270" creationId="{21DF3FAB-05D1-C120-BB4A-2174702AD7A4}"/>
          </ac:spMkLst>
        </pc:spChg>
        <pc:spChg chg="mod">
          <ac:chgData name="Sunbin Kim" userId="54d11c9c6284e2f4" providerId="LiveId" clId="{B4F41494-DAE8-41C2-840B-43D18DA44D46}" dt="2024-11-18T06:02:49.025" v="2922" actId="404"/>
          <ac:spMkLst>
            <pc:docMk/>
            <pc:sldMk cId="1494045251" sldId="398"/>
            <ac:spMk id="271" creationId="{D72DC989-999D-AB55-DE56-37AECEEFAA8F}"/>
          </ac:spMkLst>
        </pc:spChg>
        <pc:spChg chg="mod">
          <ac:chgData name="Sunbin Kim" userId="54d11c9c6284e2f4" providerId="LiveId" clId="{B4F41494-DAE8-41C2-840B-43D18DA44D46}" dt="2024-11-18T06:02:49.025" v="2922" actId="404"/>
          <ac:spMkLst>
            <pc:docMk/>
            <pc:sldMk cId="1494045251" sldId="398"/>
            <ac:spMk id="272" creationId="{35E0236B-77AD-9941-79A0-B68DDBC7BA1C}"/>
          </ac:spMkLst>
        </pc:spChg>
        <pc:spChg chg="mod">
          <ac:chgData name="Sunbin Kim" userId="54d11c9c6284e2f4" providerId="LiveId" clId="{B4F41494-DAE8-41C2-840B-43D18DA44D46}" dt="2024-11-18T06:02:49.025" v="2922" actId="404"/>
          <ac:spMkLst>
            <pc:docMk/>
            <pc:sldMk cId="1494045251" sldId="398"/>
            <ac:spMk id="273" creationId="{77C2FB0C-E20D-59D4-BE05-0047ECB01D03}"/>
          </ac:spMkLst>
        </pc:spChg>
        <pc:spChg chg="add mod">
          <ac:chgData name="Sunbin Kim" userId="54d11c9c6284e2f4" providerId="LiveId" clId="{B4F41494-DAE8-41C2-840B-43D18DA44D46}" dt="2024-11-18T06:05:52.824" v="2945"/>
          <ac:spMkLst>
            <pc:docMk/>
            <pc:sldMk cId="1494045251" sldId="398"/>
            <ac:spMk id="275" creationId="{4250478C-DAD5-1D08-34BE-0C268E5C007A}"/>
          </ac:spMkLst>
        </pc:spChg>
        <pc:spChg chg="add mod">
          <ac:chgData name="Sunbin Kim" userId="54d11c9c6284e2f4" providerId="LiveId" clId="{B4F41494-DAE8-41C2-840B-43D18DA44D46}" dt="2024-11-18T06:05:52.824" v="2945"/>
          <ac:spMkLst>
            <pc:docMk/>
            <pc:sldMk cId="1494045251" sldId="398"/>
            <ac:spMk id="276" creationId="{EE5C6B12-3B56-7F97-E2F3-699316FE4A3E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279" creationId="{B8F767E7-A29C-4A2D-BFB7-6F1A515356EA}"/>
          </ac:spMkLst>
        </pc:spChg>
        <pc:spChg chg="mod">
          <ac:chgData name="Sunbin Kim" userId="54d11c9c6284e2f4" providerId="LiveId" clId="{B4F41494-DAE8-41C2-840B-43D18DA44D46}" dt="2024-11-18T06:06:49.194" v="2975" actId="1036"/>
          <ac:spMkLst>
            <pc:docMk/>
            <pc:sldMk cId="1494045251" sldId="398"/>
            <ac:spMk id="280" creationId="{868FD2CF-3DFE-829B-9E1E-0B27AC6E9DF6}"/>
          </ac:spMkLst>
        </pc:spChg>
        <pc:spChg chg="mod">
          <ac:chgData name="Sunbin Kim" userId="54d11c9c6284e2f4" providerId="LiveId" clId="{B4F41494-DAE8-41C2-840B-43D18DA44D46}" dt="2024-11-18T06:06:36.779" v="2964" actId="6549"/>
          <ac:spMkLst>
            <pc:docMk/>
            <pc:sldMk cId="1494045251" sldId="398"/>
            <ac:spMk id="281" creationId="{7F4BC82E-DA78-F970-A533-45FC398544A4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293" creationId="{3331BE18-3F64-F5D2-5CE0-CBF271F236B9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294" creationId="{320F156A-624D-6B04-4B84-A618547F20F3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295" creationId="{0A7BC381-7ADC-B439-C63E-F3A71890CBC3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296" creationId="{1B46B9CA-65A5-2864-F2E6-E0B411E1443D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297" creationId="{82DEAD81-000D-E0F1-829C-6D1CA8DB0CBE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298" creationId="{13CCB79A-BE47-BACA-2001-66982CBA0CC3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299" creationId="{A9ABE08D-EFFB-AE9F-F956-4D84BC8D6AB3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00" creationId="{168D9E4F-D778-6678-070C-C9F4D6603800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01" creationId="{E6C946CC-268F-D7B0-149C-643FFFE51A67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02" creationId="{BC35BEC6-C2C7-3DE3-AA89-467B6E8EF167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03" creationId="{AF48B791-F65A-42F5-38CE-05E385389684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04" creationId="{36AEB517-FC6A-D7DB-A253-768A010228FD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05" creationId="{622EC4AD-0158-B280-B8EF-4DEF8E528BA9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06" creationId="{917B1E06-1281-767B-0AE6-2AAC482D756D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07" creationId="{C4A0A4AF-D182-5C59-4A7E-C56C598475E1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08" creationId="{05F7FE35-A461-AD0F-4534-FBC5D4D920EA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09" creationId="{7115181C-C792-A4C3-1F1C-0CDE8BB9858F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10" creationId="{26C634DA-143A-3B34-F905-1A8FC8EF4166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11" creationId="{0140C931-2C7E-0D33-ADD5-C5DB0ADDB716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12" creationId="{F8CC8788-18CB-0E0C-E91E-E0B2D5C2A264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13" creationId="{A93D2D43-0C70-6287-9A71-9A295232AC96}"/>
          </ac:spMkLst>
        </pc:spChg>
        <pc:spChg chg="mod">
          <ac:chgData name="Sunbin Kim" userId="54d11c9c6284e2f4" providerId="LiveId" clId="{B4F41494-DAE8-41C2-840B-43D18DA44D46}" dt="2024-11-18T06:06:19.231" v="2955" actId="404"/>
          <ac:spMkLst>
            <pc:docMk/>
            <pc:sldMk cId="1494045251" sldId="398"/>
            <ac:spMk id="314" creationId="{5D174E4A-F410-84FF-7D76-015050B335BA}"/>
          </ac:spMkLst>
        </pc:spChg>
        <pc:grpChg chg="del">
          <ac:chgData name="Sunbin Kim" userId="54d11c9c6284e2f4" providerId="LiveId" clId="{B4F41494-DAE8-41C2-840B-43D18DA44D46}" dt="2024-11-18T05:51:12.355" v="2776" actId="478"/>
          <ac:grpSpMkLst>
            <pc:docMk/>
            <pc:sldMk cId="1494045251" sldId="398"/>
            <ac:grpSpMk id="15" creationId="{CFC3616E-4D8C-45CD-3187-69A591F98A4A}"/>
          </ac:grpSpMkLst>
        </pc:grpChg>
        <pc:grpChg chg="del">
          <ac:chgData name="Sunbin Kim" userId="54d11c9c6284e2f4" providerId="LiveId" clId="{B4F41494-DAE8-41C2-840B-43D18DA44D46}" dt="2024-11-18T05:51:12.355" v="2776" actId="478"/>
          <ac:grpSpMkLst>
            <pc:docMk/>
            <pc:sldMk cId="1494045251" sldId="398"/>
            <ac:grpSpMk id="24" creationId="{74CA7863-CCB1-7BE9-C517-357D1DA79D15}"/>
          </ac:grpSpMkLst>
        </pc:grpChg>
        <pc:grpChg chg="del">
          <ac:chgData name="Sunbin Kim" userId="54d11c9c6284e2f4" providerId="LiveId" clId="{B4F41494-DAE8-41C2-840B-43D18DA44D46}" dt="2024-11-18T05:51:12.355" v="2776" actId="478"/>
          <ac:grpSpMkLst>
            <pc:docMk/>
            <pc:sldMk cId="1494045251" sldId="398"/>
            <ac:grpSpMk id="66" creationId="{D486D136-0595-8114-3434-616CCB593BC5}"/>
          </ac:grpSpMkLst>
        </pc:grpChg>
        <pc:grpChg chg="del">
          <ac:chgData name="Sunbin Kim" userId="54d11c9c6284e2f4" providerId="LiveId" clId="{B4F41494-DAE8-41C2-840B-43D18DA44D46}" dt="2024-11-18T05:51:12.355" v="2776" actId="478"/>
          <ac:grpSpMkLst>
            <pc:docMk/>
            <pc:sldMk cId="1494045251" sldId="398"/>
            <ac:grpSpMk id="69" creationId="{23584095-CEC7-CDF8-CF48-506DBE431FA8}"/>
          </ac:grpSpMkLst>
        </pc:grpChg>
        <pc:grpChg chg="del">
          <ac:chgData name="Sunbin Kim" userId="54d11c9c6284e2f4" providerId="LiveId" clId="{B4F41494-DAE8-41C2-840B-43D18DA44D46}" dt="2024-11-18T05:51:12.355" v="2776" actId="478"/>
          <ac:grpSpMkLst>
            <pc:docMk/>
            <pc:sldMk cId="1494045251" sldId="398"/>
            <ac:grpSpMk id="74" creationId="{35A82419-8B82-307F-68C4-C37008B412CD}"/>
          </ac:grpSpMkLst>
        </pc:grpChg>
        <pc:grpChg chg="del">
          <ac:chgData name="Sunbin Kim" userId="54d11c9c6284e2f4" providerId="LiveId" clId="{B4F41494-DAE8-41C2-840B-43D18DA44D46}" dt="2024-11-18T05:51:12.355" v="2776" actId="478"/>
          <ac:grpSpMkLst>
            <pc:docMk/>
            <pc:sldMk cId="1494045251" sldId="398"/>
            <ac:grpSpMk id="126" creationId="{5A93CB5A-44DD-F92E-A718-741F52316849}"/>
          </ac:grpSpMkLst>
        </pc:grpChg>
        <pc:grpChg chg="del">
          <ac:chgData name="Sunbin Kim" userId="54d11c9c6284e2f4" providerId="LiveId" clId="{B4F41494-DAE8-41C2-840B-43D18DA44D46}" dt="2024-11-18T05:51:12.355" v="2776" actId="478"/>
          <ac:grpSpMkLst>
            <pc:docMk/>
            <pc:sldMk cId="1494045251" sldId="398"/>
            <ac:grpSpMk id="184" creationId="{853D18B8-6750-2979-B846-98D3F95D866D}"/>
          </ac:grpSpMkLst>
        </pc:grpChg>
        <pc:grpChg chg="del">
          <ac:chgData name="Sunbin Kim" userId="54d11c9c6284e2f4" providerId="LiveId" clId="{B4F41494-DAE8-41C2-840B-43D18DA44D46}" dt="2024-11-18T05:51:12.355" v="2776" actId="478"/>
          <ac:grpSpMkLst>
            <pc:docMk/>
            <pc:sldMk cId="1494045251" sldId="398"/>
            <ac:grpSpMk id="187" creationId="{5A0ABEDF-75F0-9473-3747-1B3E0B239255}"/>
          </ac:grpSpMkLst>
        </pc:grpChg>
        <pc:grpChg chg="del">
          <ac:chgData name="Sunbin Kim" userId="54d11c9c6284e2f4" providerId="LiveId" clId="{B4F41494-DAE8-41C2-840B-43D18DA44D46}" dt="2024-11-18T05:51:12.355" v="2776" actId="478"/>
          <ac:grpSpMkLst>
            <pc:docMk/>
            <pc:sldMk cId="1494045251" sldId="398"/>
            <ac:grpSpMk id="193" creationId="{2A1C9F69-9CB6-6F24-E112-15D440D77AD2}"/>
          </ac:grpSpMkLst>
        </pc:grpChg>
        <pc:grpChg chg="del">
          <ac:chgData name="Sunbin Kim" userId="54d11c9c6284e2f4" providerId="LiveId" clId="{B4F41494-DAE8-41C2-840B-43D18DA44D46}" dt="2024-11-18T05:51:12.355" v="2776" actId="478"/>
          <ac:grpSpMkLst>
            <pc:docMk/>
            <pc:sldMk cId="1494045251" sldId="398"/>
            <ac:grpSpMk id="207" creationId="{E2568D04-0CCA-77E2-8C83-28EA7DF6ACD5}"/>
          </ac:grpSpMkLst>
        </pc:grpChg>
        <pc:grpChg chg="add del mod">
          <ac:chgData name="Sunbin Kim" userId="54d11c9c6284e2f4" providerId="LiveId" clId="{B4F41494-DAE8-41C2-840B-43D18DA44D46}" dt="2024-11-18T05:58:33.684" v="2859" actId="478"/>
          <ac:grpSpMkLst>
            <pc:docMk/>
            <pc:sldMk cId="1494045251" sldId="398"/>
            <ac:grpSpMk id="221" creationId="{C5D07DCA-2BA0-9F0F-9A5D-CCBD50773DF9}"/>
          </ac:grpSpMkLst>
        </pc:grpChg>
        <pc:grpChg chg="mod">
          <ac:chgData name="Sunbin Kim" userId="54d11c9c6284e2f4" providerId="LiveId" clId="{B4F41494-DAE8-41C2-840B-43D18DA44D46}" dt="2024-11-18T05:56:57.794" v="2843"/>
          <ac:grpSpMkLst>
            <pc:docMk/>
            <pc:sldMk cId="1494045251" sldId="398"/>
            <ac:grpSpMk id="224" creationId="{E2284BC4-F058-860A-BEAF-491F873C596B}"/>
          </ac:grpSpMkLst>
        </pc:grpChg>
        <pc:grpChg chg="mod">
          <ac:chgData name="Sunbin Kim" userId="54d11c9c6284e2f4" providerId="LiveId" clId="{B4F41494-DAE8-41C2-840B-43D18DA44D46}" dt="2024-11-18T05:56:57.794" v="2843"/>
          <ac:grpSpMkLst>
            <pc:docMk/>
            <pc:sldMk cId="1494045251" sldId="398"/>
            <ac:grpSpMk id="225" creationId="{D4528C66-4AFA-14AF-D5A2-879F1C2EEEA4}"/>
          </ac:grpSpMkLst>
        </pc:grpChg>
        <pc:grpChg chg="mod">
          <ac:chgData name="Sunbin Kim" userId="54d11c9c6284e2f4" providerId="LiveId" clId="{B4F41494-DAE8-41C2-840B-43D18DA44D46}" dt="2024-11-18T05:56:57.794" v="2843"/>
          <ac:grpSpMkLst>
            <pc:docMk/>
            <pc:sldMk cId="1494045251" sldId="398"/>
            <ac:grpSpMk id="226" creationId="{F0405BA3-A1C3-CAAA-429B-13FCC907F7BA}"/>
          </ac:grpSpMkLst>
        </pc:grpChg>
        <pc:grpChg chg="mod">
          <ac:chgData name="Sunbin Kim" userId="54d11c9c6284e2f4" providerId="LiveId" clId="{B4F41494-DAE8-41C2-840B-43D18DA44D46}" dt="2024-11-18T05:56:57.794" v="2843"/>
          <ac:grpSpMkLst>
            <pc:docMk/>
            <pc:sldMk cId="1494045251" sldId="398"/>
            <ac:grpSpMk id="227" creationId="{E1D7234B-3520-8978-43DC-4B27811A0A8B}"/>
          </ac:grpSpMkLst>
        </pc:grpChg>
        <pc:grpChg chg="mod">
          <ac:chgData name="Sunbin Kim" userId="54d11c9c6284e2f4" providerId="LiveId" clId="{B4F41494-DAE8-41C2-840B-43D18DA44D46}" dt="2024-11-18T05:56:57.794" v="2843"/>
          <ac:grpSpMkLst>
            <pc:docMk/>
            <pc:sldMk cId="1494045251" sldId="398"/>
            <ac:grpSpMk id="229" creationId="{59CDC5CF-4B99-04F0-87D7-FE023E67BC6E}"/>
          </ac:grpSpMkLst>
        </pc:grpChg>
        <pc:grpChg chg="add mod topLvl">
          <ac:chgData name="Sunbin Kim" userId="54d11c9c6284e2f4" providerId="LiveId" clId="{B4F41494-DAE8-41C2-840B-43D18DA44D46}" dt="2024-11-18T05:58:52.378" v="2865" actId="164"/>
          <ac:grpSpMkLst>
            <pc:docMk/>
            <pc:sldMk cId="1494045251" sldId="398"/>
            <ac:grpSpMk id="241" creationId="{15F29852-E774-1586-8ECB-C7560C068553}"/>
          </ac:grpSpMkLst>
        </pc:grpChg>
        <pc:grpChg chg="add del mod">
          <ac:chgData name="Sunbin Kim" userId="54d11c9c6284e2f4" providerId="LiveId" clId="{B4F41494-DAE8-41C2-840B-43D18DA44D46}" dt="2024-11-18T05:58:48.244" v="2863" actId="165"/>
          <ac:grpSpMkLst>
            <pc:docMk/>
            <pc:sldMk cId="1494045251" sldId="398"/>
            <ac:grpSpMk id="244" creationId="{18FE42BD-EC42-86DC-B08A-D653B7BE253E}"/>
          </ac:grpSpMkLst>
        </pc:grpChg>
        <pc:grpChg chg="add mod">
          <ac:chgData name="Sunbin Kim" userId="54d11c9c6284e2f4" providerId="LiveId" clId="{B4F41494-DAE8-41C2-840B-43D18DA44D46}" dt="2024-11-18T06:02:32.551" v="2886" actId="12788"/>
          <ac:grpSpMkLst>
            <pc:docMk/>
            <pc:sldMk cId="1494045251" sldId="398"/>
            <ac:grpSpMk id="245" creationId="{5E5E68A0-D6E5-4F2A-161A-2266907AE402}"/>
          </ac:grpSpMkLst>
        </pc:grpChg>
        <pc:grpChg chg="add mod">
          <ac:chgData name="Sunbin Kim" userId="54d11c9c6284e2f4" providerId="LiveId" clId="{B4F41494-DAE8-41C2-840B-43D18DA44D46}" dt="2024-11-18T05:58:57.983" v="2867" actId="571"/>
          <ac:grpSpMkLst>
            <pc:docMk/>
            <pc:sldMk cId="1494045251" sldId="398"/>
            <ac:grpSpMk id="246" creationId="{98444A6B-1B25-0F87-2498-ECE203B9C775}"/>
          </ac:grpSpMkLst>
        </pc:grpChg>
        <pc:grpChg chg="mod">
          <ac:chgData name="Sunbin Kim" userId="54d11c9c6284e2f4" providerId="LiveId" clId="{B4F41494-DAE8-41C2-840B-43D18DA44D46}" dt="2024-11-18T05:58:57.983" v="2867" actId="571"/>
          <ac:grpSpMkLst>
            <pc:docMk/>
            <pc:sldMk cId="1494045251" sldId="398"/>
            <ac:grpSpMk id="248" creationId="{BD66A001-1511-2C23-B5E2-0232623BAF70}"/>
          </ac:grpSpMkLst>
        </pc:grpChg>
        <pc:grpChg chg="add mod">
          <ac:chgData name="Sunbin Kim" userId="54d11c9c6284e2f4" providerId="LiveId" clId="{B4F41494-DAE8-41C2-840B-43D18DA44D46}" dt="2024-11-18T06:02:57.974" v="2943" actId="12789"/>
          <ac:grpSpMkLst>
            <pc:docMk/>
            <pc:sldMk cId="1494045251" sldId="398"/>
            <ac:grpSpMk id="255" creationId="{F6BFA983-E3F6-0C40-D554-0CC75BD8B388}"/>
          </ac:grpSpMkLst>
        </pc:grpChg>
        <pc:grpChg chg="mod">
          <ac:chgData name="Sunbin Kim" userId="54d11c9c6284e2f4" providerId="LiveId" clId="{B4F41494-DAE8-41C2-840B-43D18DA44D46}" dt="2024-11-18T06:02:46.659" v="2919"/>
          <ac:grpSpMkLst>
            <pc:docMk/>
            <pc:sldMk cId="1494045251" sldId="398"/>
            <ac:grpSpMk id="258" creationId="{B8098F88-F1CC-CACB-D553-8A4EB68AB6ED}"/>
          </ac:grpSpMkLst>
        </pc:grpChg>
        <pc:grpChg chg="mod">
          <ac:chgData name="Sunbin Kim" userId="54d11c9c6284e2f4" providerId="LiveId" clId="{B4F41494-DAE8-41C2-840B-43D18DA44D46}" dt="2024-11-18T06:02:46.659" v="2919"/>
          <ac:grpSpMkLst>
            <pc:docMk/>
            <pc:sldMk cId="1494045251" sldId="398"/>
            <ac:grpSpMk id="259" creationId="{737C56F0-0058-0A52-D880-E6F759B8C290}"/>
          </ac:grpSpMkLst>
        </pc:grpChg>
        <pc:grpChg chg="mod">
          <ac:chgData name="Sunbin Kim" userId="54d11c9c6284e2f4" providerId="LiveId" clId="{B4F41494-DAE8-41C2-840B-43D18DA44D46}" dt="2024-11-18T06:02:46.659" v="2919"/>
          <ac:grpSpMkLst>
            <pc:docMk/>
            <pc:sldMk cId="1494045251" sldId="398"/>
            <ac:grpSpMk id="260" creationId="{ACC34A37-662B-4C5E-D486-3FCBAA0D8B45}"/>
          </ac:grpSpMkLst>
        </pc:grpChg>
        <pc:grpChg chg="mod">
          <ac:chgData name="Sunbin Kim" userId="54d11c9c6284e2f4" providerId="LiveId" clId="{B4F41494-DAE8-41C2-840B-43D18DA44D46}" dt="2024-11-18T06:02:46.659" v="2919"/>
          <ac:grpSpMkLst>
            <pc:docMk/>
            <pc:sldMk cId="1494045251" sldId="398"/>
            <ac:grpSpMk id="261" creationId="{95EEE348-647E-8A1E-9A56-B9DAACC83F42}"/>
          </ac:grpSpMkLst>
        </pc:grpChg>
        <pc:grpChg chg="mod">
          <ac:chgData name="Sunbin Kim" userId="54d11c9c6284e2f4" providerId="LiveId" clId="{B4F41494-DAE8-41C2-840B-43D18DA44D46}" dt="2024-11-18T06:02:46.659" v="2919"/>
          <ac:grpSpMkLst>
            <pc:docMk/>
            <pc:sldMk cId="1494045251" sldId="398"/>
            <ac:grpSpMk id="263" creationId="{0E6FA8B7-F3AE-DC9B-7A6F-0890815AA4D7}"/>
          </ac:grpSpMkLst>
        </pc:grpChg>
        <pc:grpChg chg="add mod">
          <ac:chgData name="Sunbin Kim" userId="54d11c9c6284e2f4" providerId="LiveId" clId="{B4F41494-DAE8-41C2-840B-43D18DA44D46}" dt="2024-11-18T06:06:43.362" v="2970" actId="14100"/>
          <ac:grpSpMkLst>
            <pc:docMk/>
            <pc:sldMk cId="1494045251" sldId="398"/>
            <ac:grpSpMk id="278" creationId="{A58E37FB-E254-05A0-744E-DF954D718B38}"/>
          </ac:grpSpMkLst>
        </pc:grpChg>
        <pc:grpChg chg="mod">
          <ac:chgData name="Sunbin Kim" userId="54d11c9c6284e2f4" providerId="LiveId" clId="{B4F41494-DAE8-41C2-840B-43D18DA44D46}" dt="2024-11-18T06:06:18.002" v="2953"/>
          <ac:grpSpMkLst>
            <pc:docMk/>
            <pc:sldMk cId="1494045251" sldId="398"/>
            <ac:grpSpMk id="282" creationId="{1E52237E-1A8E-CA4A-9198-8C2383F538A6}"/>
          </ac:grpSpMkLst>
        </pc:grpChg>
        <pc:grpChg chg="mod">
          <ac:chgData name="Sunbin Kim" userId="54d11c9c6284e2f4" providerId="LiveId" clId="{B4F41494-DAE8-41C2-840B-43D18DA44D46}" dt="2024-11-18T06:06:18.002" v="2953"/>
          <ac:grpSpMkLst>
            <pc:docMk/>
            <pc:sldMk cId="1494045251" sldId="398"/>
            <ac:grpSpMk id="283" creationId="{544336D3-4F44-B166-092A-A4E7FFE6F88D}"/>
          </ac:grpSpMkLst>
        </pc:grpChg>
        <pc:grpChg chg="mod">
          <ac:chgData name="Sunbin Kim" userId="54d11c9c6284e2f4" providerId="LiveId" clId="{B4F41494-DAE8-41C2-840B-43D18DA44D46}" dt="2024-11-18T06:06:18.002" v="2953"/>
          <ac:grpSpMkLst>
            <pc:docMk/>
            <pc:sldMk cId="1494045251" sldId="398"/>
            <ac:grpSpMk id="284" creationId="{C658BCDE-E7D2-D7DF-AED6-D9D61549F79E}"/>
          </ac:grpSpMkLst>
        </pc:grpChg>
        <pc:grpChg chg="mod">
          <ac:chgData name="Sunbin Kim" userId="54d11c9c6284e2f4" providerId="LiveId" clId="{B4F41494-DAE8-41C2-840B-43D18DA44D46}" dt="2024-11-18T06:06:18.002" v="2953"/>
          <ac:grpSpMkLst>
            <pc:docMk/>
            <pc:sldMk cId="1494045251" sldId="398"/>
            <ac:grpSpMk id="285" creationId="{81A676F5-B047-8256-46C4-53AB10B199FF}"/>
          </ac:grpSpMkLst>
        </pc:grpChg>
        <pc:grpChg chg="mod">
          <ac:chgData name="Sunbin Kim" userId="54d11c9c6284e2f4" providerId="LiveId" clId="{B4F41494-DAE8-41C2-840B-43D18DA44D46}" dt="2024-11-18T06:06:18.002" v="2953"/>
          <ac:grpSpMkLst>
            <pc:docMk/>
            <pc:sldMk cId="1494045251" sldId="398"/>
            <ac:grpSpMk id="286" creationId="{3FE39BE2-8899-533A-B42A-C2F3E8BB1659}"/>
          </ac:grpSpMkLst>
        </pc:grpChg>
        <pc:grpChg chg="mod">
          <ac:chgData name="Sunbin Kim" userId="54d11c9c6284e2f4" providerId="LiveId" clId="{B4F41494-DAE8-41C2-840B-43D18DA44D46}" dt="2024-11-18T06:06:18.002" v="2953"/>
          <ac:grpSpMkLst>
            <pc:docMk/>
            <pc:sldMk cId="1494045251" sldId="398"/>
            <ac:grpSpMk id="287" creationId="{69DFE2D7-FF76-993E-44D1-A5AD640EA193}"/>
          </ac:grpSpMkLst>
        </pc:grpChg>
        <pc:grpChg chg="mod">
          <ac:chgData name="Sunbin Kim" userId="54d11c9c6284e2f4" providerId="LiveId" clId="{B4F41494-DAE8-41C2-840B-43D18DA44D46}" dt="2024-11-18T06:06:18.002" v="2953"/>
          <ac:grpSpMkLst>
            <pc:docMk/>
            <pc:sldMk cId="1494045251" sldId="398"/>
            <ac:grpSpMk id="288" creationId="{E037179D-1886-6B9C-73D1-DF58DB0D1BCF}"/>
          </ac:grpSpMkLst>
        </pc:grpChg>
        <pc:grpChg chg="mod">
          <ac:chgData name="Sunbin Kim" userId="54d11c9c6284e2f4" providerId="LiveId" clId="{B4F41494-DAE8-41C2-840B-43D18DA44D46}" dt="2024-11-18T06:06:18.002" v="2953"/>
          <ac:grpSpMkLst>
            <pc:docMk/>
            <pc:sldMk cId="1494045251" sldId="398"/>
            <ac:grpSpMk id="289" creationId="{AB708EB1-CDF8-7A37-2671-8952C26FFA1A}"/>
          </ac:grpSpMkLst>
        </pc:grpChg>
        <pc:grpChg chg="mod">
          <ac:chgData name="Sunbin Kim" userId="54d11c9c6284e2f4" providerId="LiveId" clId="{B4F41494-DAE8-41C2-840B-43D18DA44D46}" dt="2024-11-18T06:06:18.002" v="2953"/>
          <ac:grpSpMkLst>
            <pc:docMk/>
            <pc:sldMk cId="1494045251" sldId="398"/>
            <ac:grpSpMk id="290" creationId="{48E05907-A205-E7EF-BBBA-4C4F0DD014F0}"/>
          </ac:grpSpMkLst>
        </pc:grpChg>
        <pc:grpChg chg="mod">
          <ac:chgData name="Sunbin Kim" userId="54d11c9c6284e2f4" providerId="LiveId" clId="{B4F41494-DAE8-41C2-840B-43D18DA44D46}" dt="2024-11-18T06:06:18.002" v="2953"/>
          <ac:grpSpMkLst>
            <pc:docMk/>
            <pc:sldMk cId="1494045251" sldId="398"/>
            <ac:grpSpMk id="291" creationId="{55AC9622-3743-D92A-689A-323A72C964A6}"/>
          </ac:grpSpMkLst>
        </pc:grpChg>
        <pc:grpChg chg="mod">
          <ac:chgData name="Sunbin Kim" userId="54d11c9c6284e2f4" providerId="LiveId" clId="{B4F41494-DAE8-41C2-840B-43D18DA44D46}" dt="2024-11-18T06:06:18.002" v="2953"/>
          <ac:grpSpMkLst>
            <pc:docMk/>
            <pc:sldMk cId="1494045251" sldId="398"/>
            <ac:grpSpMk id="292" creationId="{46642C2F-B42D-66A8-8F1C-0530D88B780C}"/>
          </ac:grpSpMkLst>
        </pc:grpChg>
        <pc:graphicFrameChg chg="add mod">
          <ac:chgData name="Sunbin Kim" userId="54d11c9c6284e2f4" providerId="LiveId" clId="{B4F41494-DAE8-41C2-840B-43D18DA44D46}" dt="2024-11-18T05:56:14.654" v="2834"/>
          <ac:graphicFrameMkLst>
            <pc:docMk/>
            <pc:sldMk cId="1494045251" sldId="398"/>
            <ac:graphicFrameMk id="2" creationId="{0C1E25E1-2DD6-7487-D8C9-103D82B534A5}"/>
          </ac:graphicFrameMkLst>
        </pc:graphicFrameChg>
        <pc:graphicFrameChg chg="add mod">
          <ac:chgData name="Sunbin Kim" userId="54d11c9c6284e2f4" providerId="LiveId" clId="{B4F41494-DAE8-41C2-840B-43D18DA44D46}" dt="2024-11-18T05:56:20.166" v="2835"/>
          <ac:graphicFrameMkLst>
            <pc:docMk/>
            <pc:sldMk cId="1494045251" sldId="398"/>
            <ac:graphicFrameMk id="13" creationId="{F2B00107-0DBA-F3EF-EC28-C453378B4018}"/>
          </ac:graphicFrameMkLst>
        </pc:graphicFrameChg>
        <pc:graphicFrameChg chg="add mod">
          <ac:chgData name="Sunbin Kim" userId="54d11c9c6284e2f4" providerId="LiveId" clId="{B4F41494-DAE8-41C2-840B-43D18DA44D46}" dt="2024-11-18T05:56:21.582" v="2836"/>
          <ac:graphicFrameMkLst>
            <pc:docMk/>
            <pc:sldMk cId="1494045251" sldId="398"/>
            <ac:graphicFrameMk id="215" creationId="{E536E825-2B12-ACEA-4E10-1A7585C478AE}"/>
          </ac:graphicFrameMkLst>
        </pc:graphicFrameChg>
        <pc:graphicFrameChg chg="add mod">
          <ac:chgData name="Sunbin Kim" userId="54d11c9c6284e2f4" providerId="LiveId" clId="{B4F41494-DAE8-41C2-840B-43D18DA44D46}" dt="2024-11-18T06:02:13.395" v="2876"/>
          <ac:graphicFrameMkLst>
            <pc:docMk/>
            <pc:sldMk cId="1494045251" sldId="398"/>
            <ac:graphicFrameMk id="251" creationId="{8051C2CE-42ED-29B9-570A-766BBB6ED773}"/>
          </ac:graphicFrameMkLst>
        </pc:graphicFrameChg>
        <pc:graphicFrameChg chg="add mod">
          <ac:chgData name="Sunbin Kim" userId="54d11c9c6284e2f4" providerId="LiveId" clId="{B4F41494-DAE8-41C2-840B-43D18DA44D46}" dt="2024-11-18T06:05:52.824" v="2945"/>
          <ac:graphicFrameMkLst>
            <pc:docMk/>
            <pc:sldMk cId="1494045251" sldId="398"/>
            <ac:graphicFrameMk id="274" creationId="{D7ED8085-3F2C-D4B5-FF59-3E75AA70CE9B}"/>
          </ac:graphicFrameMkLst>
        </pc:graphicFrameChg>
        <pc:picChg chg="del">
          <ac:chgData name="Sunbin Kim" userId="54d11c9c6284e2f4" providerId="LiveId" clId="{B4F41494-DAE8-41C2-840B-43D18DA44D46}" dt="2024-11-18T05:51:12.355" v="2776" actId="478"/>
          <ac:picMkLst>
            <pc:docMk/>
            <pc:sldMk cId="1494045251" sldId="398"/>
            <ac:picMk id="63" creationId="{6DEC0501-BCD7-490F-8FF2-DD4BD114B32E}"/>
          </ac:picMkLst>
        </pc:picChg>
        <pc:picChg chg="add del mod">
          <ac:chgData name="Sunbin Kim" userId="54d11c9c6284e2f4" providerId="LiveId" clId="{B4F41494-DAE8-41C2-840B-43D18DA44D46}" dt="2024-11-18T05:58:33.684" v="2859" actId="478"/>
          <ac:picMkLst>
            <pc:docMk/>
            <pc:sldMk cId="1494045251" sldId="398"/>
            <ac:picMk id="220" creationId="{198A889E-910C-6C9E-213A-116B928A5F50}"/>
          </ac:picMkLst>
        </pc:picChg>
        <pc:picChg chg="add mod">
          <ac:chgData name="Sunbin Kim" userId="54d11c9c6284e2f4" providerId="LiveId" clId="{B4F41494-DAE8-41C2-840B-43D18DA44D46}" dt="2024-11-18T06:02:57.974" v="2943" actId="12789"/>
          <ac:picMkLst>
            <pc:docMk/>
            <pc:sldMk cId="1494045251" sldId="398"/>
            <ac:picMk id="254" creationId="{43AFBF6B-A481-AB91-82AD-5048FE7AE3AC}"/>
          </ac:picMkLst>
        </pc:picChg>
        <pc:picChg chg="add mod">
          <ac:chgData name="Sunbin Kim" userId="54d11c9c6284e2f4" providerId="LiveId" clId="{B4F41494-DAE8-41C2-840B-43D18DA44D46}" dt="2024-11-18T06:06:32.140" v="2963" actId="12789"/>
          <ac:picMkLst>
            <pc:docMk/>
            <pc:sldMk cId="1494045251" sldId="398"/>
            <ac:picMk id="277" creationId="{671DA373-F29D-B78F-7FCF-8BF9C30F8645}"/>
          </ac:picMkLst>
        </pc:picChg>
        <pc:cxnChg chg="del">
          <ac:chgData name="Sunbin Kim" userId="54d11c9c6284e2f4" providerId="LiveId" clId="{B4F41494-DAE8-41C2-840B-43D18DA44D46}" dt="2024-11-18T05:51:12.355" v="2776" actId="478"/>
          <ac:cxnSpMkLst>
            <pc:docMk/>
            <pc:sldMk cId="1494045251" sldId="398"/>
            <ac:cxnSpMk id="38" creationId="{D40502DE-8EE6-BA48-F1E8-1CE80E5C5C28}"/>
          </ac:cxnSpMkLst>
        </pc:cxnChg>
        <pc:cxnChg chg="del">
          <ac:chgData name="Sunbin Kim" userId="54d11c9c6284e2f4" providerId="LiveId" clId="{B4F41494-DAE8-41C2-840B-43D18DA44D46}" dt="2024-11-18T05:51:12.355" v="2776" actId="478"/>
          <ac:cxnSpMkLst>
            <pc:docMk/>
            <pc:sldMk cId="1494045251" sldId="398"/>
            <ac:cxnSpMk id="40" creationId="{C89C537D-4F08-5336-5291-1713D3C95DC1}"/>
          </ac:cxnSpMkLst>
        </pc:cxnChg>
      </pc:sldChg>
      <pc:sldChg chg="add">
        <pc:chgData name="Sunbin Kim" userId="54d11c9c6284e2f4" providerId="LiveId" clId="{B4F41494-DAE8-41C2-840B-43D18DA44D46}" dt="2024-11-18T06:51:57.238" v="3482"/>
        <pc:sldMkLst>
          <pc:docMk/>
          <pc:sldMk cId="472443317" sldId="399"/>
        </pc:sldMkLst>
      </pc:sldChg>
      <pc:sldChg chg="modSp add mod">
        <pc:chgData name="Sunbin Kim" userId="54d11c9c6284e2f4" providerId="LiveId" clId="{B4F41494-DAE8-41C2-840B-43D18DA44D46}" dt="2024-11-18T06:52:09.447" v="3485"/>
        <pc:sldMkLst>
          <pc:docMk/>
          <pc:sldMk cId="3639688622" sldId="400"/>
        </pc:sldMkLst>
        <pc:spChg chg="mod">
          <ac:chgData name="Sunbin Kim" userId="54d11c9c6284e2f4" providerId="LiveId" clId="{B4F41494-DAE8-41C2-840B-43D18DA44D46}" dt="2024-11-18T06:52:09.447" v="3485"/>
          <ac:spMkLst>
            <pc:docMk/>
            <pc:sldMk cId="3639688622" sldId="400"/>
            <ac:spMk id="87" creationId="{492C2353-8F94-B38C-C8C0-5DED11ADCF8E}"/>
          </ac:spMkLst>
        </pc:spChg>
      </pc:sldChg>
      <pc:sldChg chg="add">
        <pc:chgData name="Sunbin Kim" userId="54d11c9c6284e2f4" providerId="LiveId" clId="{B4F41494-DAE8-41C2-840B-43D18DA44D46}" dt="2024-11-18T06:52:20.141" v="3487"/>
        <pc:sldMkLst>
          <pc:docMk/>
          <pc:sldMk cId="1068267558" sldId="401"/>
        </pc:sldMkLst>
      </pc:sldChg>
      <pc:sldChg chg="add">
        <pc:chgData name="Sunbin Kim" userId="54d11c9c6284e2f4" providerId="LiveId" clId="{B4F41494-DAE8-41C2-840B-43D18DA44D46}" dt="2024-11-18T06:52:41.504" v="3489"/>
        <pc:sldMkLst>
          <pc:docMk/>
          <pc:sldMk cId="3598385307" sldId="402"/>
        </pc:sldMkLst>
      </pc:sldChg>
      <pc:sldChg chg="add">
        <pc:chgData name="Sunbin Kim" userId="54d11c9c6284e2f4" providerId="LiveId" clId="{B4F41494-DAE8-41C2-840B-43D18DA44D46}" dt="2024-11-18T06:52:48.108" v="3491"/>
        <pc:sldMkLst>
          <pc:docMk/>
          <pc:sldMk cId="1306382369" sldId="403"/>
        </pc:sldMkLst>
      </pc:sldChg>
      <pc:sldChg chg="add">
        <pc:chgData name="Sunbin Kim" userId="54d11c9c6284e2f4" providerId="LiveId" clId="{B4F41494-DAE8-41C2-840B-43D18DA44D46}" dt="2024-11-18T06:52:54.205" v="3493"/>
        <pc:sldMkLst>
          <pc:docMk/>
          <pc:sldMk cId="1208275421" sldId="404"/>
        </pc:sldMkLst>
      </pc:sldChg>
      <pc:sldChg chg="add">
        <pc:chgData name="Sunbin Kim" userId="54d11c9c6284e2f4" providerId="LiveId" clId="{B4F41494-DAE8-41C2-840B-43D18DA44D46}" dt="2024-11-18T06:53:00.123" v="3495"/>
        <pc:sldMkLst>
          <pc:docMk/>
          <pc:sldMk cId="1662381356" sldId="405"/>
        </pc:sldMkLst>
      </pc:sldChg>
      <pc:sldChg chg="add">
        <pc:chgData name="Sunbin Kim" userId="54d11c9c6284e2f4" providerId="LiveId" clId="{B4F41494-DAE8-41C2-840B-43D18DA44D46}" dt="2024-11-18T06:53:06.678" v="3497"/>
        <pc:sldMkLst>
          <pc:docMk/>
          <pc:sldMk cId="699962952" sldId="406"/>
        </pc:sldMkLst>
      </pc:sldChg>
    </pc:docChg>
  </pc:docChgLst>
  <pc:docChgLst>
    <pc:chgData name="Sunbin Kim" userId="54d11c9c6284e2f4" providerId="LiveId" clId="{D8BF4144-3FF5-47E3-9A43-F2616D763039}"/>
    <pc:docChg chg="undo redo custSel addSld delSld modSld sldOrd modMainMaster delSection modSection">
      <pc:chgData name="Sunbin Kim" userId="54d11c9c6284e2f4" providerId="LiveId" clId="{D8BF4144-3FF5-47E3-9A43-F2616D763039}" dt="2024-11-15T08:16:54.958" v="16008" actId="20577"/>
      <pc:docMkLst>
        <pc:docMk/>
      </pc:docMkLst>
      <pc:sldChg chg="modSp add del mod">
        <pc:chgData name="Sunbin Kim" userId="54d11c9c6284e2f4" providerId="LiveId" clId="{D8BF4144-3FF5-47E3-9A43-F2616D763039}" dt="2024-11-15T07:48:08.381" v="14162"/>
        <pc:sldMkLst>
          <pc:docMk/>
          <pc:sldMk cId="2195936699" sldId="257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302354025" sldId="275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2024170972" sldId="281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4243600865" sldId="285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2742301472" sldId="289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123524933" sldId="292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2881448789" sldId="297"/>
        </pc:sldMkLst>
      </pc:sldChg>
      <pc:sldChg chg="addSp delSp modSp del mod">
        <pc:chgData name="Sunbin Kim" userId="54d11c9c6284e2f4" providerId="LiveId" clId="{D8BF4144-3FF5-47E3-9A43-F2616D763039}" dt="2024-11-15T08:15:07.618" v="15963" actId="47"/>
        <pc:sldMkLst>
          <pc:docMk/>
          <pc:sldMk cId="815501081" sldId="298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1624444943" sldId="300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1619180778" sldId="313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4173992531" sldId="316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2566274793" sldId="317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1718433510" sldId="318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3930865273" sldId="319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3884687613" sldId="320"/>
        </pc:sldMkLst>
      </pc:sldChg>
      <pc:sldChg chg="del">
        <pc:chgData name="Sunbin Kim" userId="54d11c9c6284e2f4" providerId="LiveId" clId="{D8BF4144-3FF5-47E3-9A43-F2616D763039}" dt="2024-11-15T04:45:05.293" v="8755" actId="47"/>
        <pc:sldMkLst>
          <pc:docMk/>
          <pc:sldMk cId="2852078078" sldId="323"/>
        </pc:sldMkLst>
      </pc:sldChg>
      <pc:sldChg chg="modSp del">
        <pc:chgData name="Sunbin Kim" userId="54d11c9c6284e2f4" providerId="LiveId" clId="{D8BF4144-3FF5-47E3-9A43-F2616D763039}" dt="2024-11-15T08:15:07.618" v="15963" actId="47"/>
        <pc:sldMkLst>
          <pc:docMk/>
          <pc:sldMk cId="3686893997" sldId="325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1656914602" sldId="328"/>
        </pc:sldMkLst>
      </pc:sldChg>
      <pc:sldChg chg="addSp delSp modSp del mod">
        <pc:chgData name="Sunbin Kim" userId="54d11c9c6284e2f4" providerId="LiveId" clId="{D8BF4144-3FF5-47E3-9A43-F2616D763039}" dt="2024-11-15T08:15:07.618" v="15963" actId="47"/>
        <pc:sldMkLst>
          <pc:docMk/>
          <pc:sldMk cId="1735580659" sldId="329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1193409895" sldId="335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2350735324" sldId="337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454978953" sldId="339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2761353980" sldId="340"/>
        </pc:sldMkLst>
      </pc:sldChg>
      <pc:sldChg chg="del">
        <pc:chgData name="Sunbin Kim" userId="54d11c9c6284e2f4" providerId="LiveId" clId="{D8BF4144-3FF5-47E3-9A43-F2616D763039}" dt="2024-11-15T08:15:07.618" v="15963" actId="47"/>
        <pc:sldMkLst>
          <pc:docMk/>
          <pc:sldMk cId="1579119124" sldId="341"/>
        </pc:sldMkLst>
      </pc:sldChg>
      <pc:sldChg chg="modSp add del mod">
        <pc:chgData name="Sunbin Kim" userId="54d11c9c6284e2f4" providerId="LiveId" clId="{D8BF4144-3FF5-47E3-9A43-F2616D763039}" dt="2024-11-15T08:10:15.294" v="15737" actId="20577"/>
        <pc:sldMkLst>
          <pc:docMk/>
          <pc:sldMk cId="3738848077" sldId="348"/>
        </pc:sldMkLst>
      </pc:sldChg>
      <pc:sldChg chg="add del">
        <pc:chgData name="Sunbin Kim" userId="54d11c9c6284e2f4" providerId="LiveId" clId="{D8BF4144-3FF5-47E3-9A43-F2616D763039}" dt="2024-11-15T07:48:08.381" v="14162"/>
        <pc:sldMkLst>
          <pc:docMk/>
          <pc:sldMk cId="552728875" sldId="349"/>
        </pc:sldMkLst>
      </pc:sldChg>
      <pc:sldChg chg="add del">
        <pc:chgData name="Sunbin Kim" userId="54d11c9c6284e2f4" providerId="LiveId" clId="{D8BF4144-3FF5-47E3-9A43-F2616D763039}" dt="2024-11-15T07:48:08.381" v="14162"/>
        <pc:sldMkLst>
          <pc:docMk/>
          <pc:sldMk cId="3426149335" sldId="350"/>
        </pc:sldMkLst>
      </pc:sldChg>
      <pc:sldChg chg="add del">
        <pc:chgData name="Sunbin Kim" userId="54d11c9c6284e2f4" providerId="LiveId" clId="{D8BF4144-3FF5-47E3-9A43-F2616D763039}" dt="2024-11-15T07:48:08.381" v="14162"/>
        <pc:sldMkLst>
          <pc:docMk/>
          <pc:sldMk cId="3886942391" sldId="351"/>
        </pc:sldMkLst>
      </pc:sldChg>
      <pc:sldChg chg="addSp delSp modSp add del mod ord">
        <pc:chgData name="Sunbin Kim" userId="54d11c9c6284e2f4" providerId="LiveId" clId="{D8BF4144-3FF5-47E3-9A43-F2616D763039}" dt="2024-11-15T08:16:54.958" v="16008" actId="20577"/>
        <pc:sldMkLst>
          <pc:docMk/>
          <pc:sldMk cId="3721787742" sldId="353"/>
        </pc:sldMkLst>
      </pc:sldChg>
      <pc:sldChg chg="modSp add mod ord">
        <pc:chgData name="Sunbin Kim" userId="54d11c9c6284e2f4" providerId="LiveId" clId="{D8BF4144-3FF5-47E3-9A43-F2616D763039}" dt="2024-11-15T07:49:00.283" v="14171" actId="20577"/>
        <pc:sldMkLst>
          <pc:docMk/>
          <pc:sldMk cId="3870680175" sldId="354"/>
        </pc:sldMkLst>
        <pc:spChg chg="mod">
          <ac:chgData name="Sunbin Kim" userId="54d11c9c6284e2f4" providerId="LiveId" clId="{D8BF4144-3FF5-47E3-9A43-F2616D763039}" dt="2024-11-15T07:49:00.283" v="14171" actId="20577"/>
          <ac:spMkLst>
            <pc:docMk/>
            <pc:sldMk cId="3870680175" sldId="354"/>
            <ac:spMk id="177" creationId="{D8B7C736-AE2F-1DC3-AC4A-D0E32E1687AB}"/>
          </ac:spMkLst>
        </pc:spChg>
      </pc:sldChg>
      <pc:sldChg chg="del ord">
        <pc:chgData name="Sunbin Kim" userId="54d11c9c6284e2f4" providerId="LiveId" clId="{D8BF4144-3FF5-47E3-9A43-F2616D763039}" dt="2024-11-15T07:59:01.008" v="15484" actId="47"/>
        <pc:sldMkLst>
          <pc:docMk/>
          <pc:sldMk cId="1357765388" sldId="355"/>
        </pc:sldMkLst>
      </pc:sldChg>
      <pc:sldChg chg="add ord">
        <pc:chgData name="Sunbin Kim" userId="54d11c9c6284e2f4" providerId="LiveId" clId="{D8BF4144-3FF5-47E3-9A43-F2616D763039}" dt="2024-11-15T07:48:19.633" v="14166" actId="20578"/>
        <pc:sldMkLst>
          <pc:docMk/>
          <pc:sldMk cId="588299219" sldId="356"/>
        </pc:sldMkLst>
      </pc:sldChg>
      <pc:sldChg chg="add del">
        <pc:chgData name="Sunbin Kim" userId="54d11c9c6284e2f4" providerId="LiveId" clId="{D8BF4144-3FF5-47E3-9A43-F2616D763039}" dt="2024-11-15T08:01:08.785" v="15566" actId="47"/>
        <pc:sldMkLst>
          <pc:docMk/>
          <pc:sldMk cId="3114727774" sldId="357"/>
        </pc:sldMkLst>
      </pc:sldChg>
      <pc:sldChg chg="del">
        <pc:chgData name="Sunbin Kim" userId="54d11c9c6284e2f4" providerId="LiveId" clId="{D8BF4144-3FF5-47E3-9A43-F2616D763039}" dt="2024-11-15T08:01:35.853" v="15569" actId="47"/>
        <pc:sldMkLst>
          <pc:docMk/>
          <pc:sldMk cId="1481704067" sldId="358"/>
        </pc:sldMkLst>
      </pc:sldChg>
      <pc:sldChg chg="addSp delSp modSp mod">
        <pc:chgData name="Sunbin Kim" userId="54d11c9c6284e2f4" providerId="LiveId" clId="{D8BF4144-3FF5-47E3-9A43-F2616D763039}" dt="2024-11-15T08:04:59.575" v="15656" actId="20577"/>
        <pc:sldMkLst>
          <pc:docMk/>
          <pc:sldMk cId="294715123" sldId="359"/>
        </pc:sldMkLst>
      </pc:sldChg>
      <pc:sldChg chg="addSp delSp modSp mod">
        <pc:chgData name="Sunbin Kim" userId="54d11c9c6284e2f4" providerId="LiveId" clId="{D8BF4144-3FF5-47E3-9A43-F2616D763039}" dt="2024-11-15T08:05:02.928" v="15668" actId="20577"/>
        <pc:sldMkLst>
          <pc:docMk/>
          <pc:sldMk cId="2882043628" sldId="360"/>
        </pc:sldMkLst>
      </pc:sldChg>
      <pc:sldChg chg="addSp delSp modSp mod">
        <pc:chgData name="Sunbin Kim" userId="54d11c9c6284e2f4" providerId="LiveId" clId="{D8BF4144-3FF5-47E3-9A43-F2616D763039}" dt="2024-11-15T08:04:10.808" v="15607"/>
        <pc:sldMkLst>
          <pc:docMk/>
          <pc:sldMk cId="1321040034" sldId="361"/>
        </pc:sldMkLst>
      </pc:sldChg>
      <pc:sldChg chg="addSp delSp modSp mod">
        <pc:chgData name="Sunbin Kim" userId="54d11c9c6284e2f4" providerId="LiveId" clId="{D8BF4144-3FF5-47E3-9A43-F2616D763039}" dt="2024-11-15T08:02:05.418" v="15572" actId="478"/>
        <pc:sldMkLst>
          <pc:docMk/>
          <pc:sldMk cId="1538069063" sldId="362"/>
        </pc:sldMkLst>
      </pc:sldChg>
      <pc:sldChg chg="addSp delSp modSp mod">
        <pc:chgData name="Sunbin Kim" userId="54d11c9c6284e2f4" providerId="LiveId" clId="{D8BF4144-3FF5-47E3-9A43-F2616D763039}" dt="2024-11-15T08:04:53.973" v="15632" actId="20577"/>
        <pc:sldMkLst>
          <pc:docMk/>
          <pc:sldMk cId="1422249502" sldId="364"/>
        </pc:sldMkLst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71" creationId="{875DAC8B-1BEC-38B3-52F6-A2090042CF6D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77" creationId="{3C26D25B-089D-1DFD-BD0F-07526E7509D8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78" creationId="{F9C50792-EC14-81CE-5296-2F6560EE9E31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79" creationId="{6A75CE00-3C0B-560A-9FD0-4E3716228F37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82" creationId="{5237C1B8-12A1-E374-0FBF-5813E218CF96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83" creationId="{A6118398-B8E4-E09A-A64A-BF66D036EDDE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84" creationId="{24DB29C8-8D1E-C260-F0E7-CDE28BB1F9E5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92" creationId="{0F0BB881-4149-E196-B9B2-1F6DDF1CF87F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93" creationId="{4A53702F-7EB4-64B2-EAC4-F2635907FF11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94" creationId="{A39A9CEB-D0D2-3981-9715-7BB38B72FFB2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95" creationId="{839DE219-BC3F-CA87-2CB3-3E2B64A35438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96" creationId="{E1E1148A-1ECC-E6D8-7A54-297B36EB922B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97" creationId="{9E4081B9-3A81-7546-E13A-AFC71AE8B883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98" creationId="{C4D55BBF-F82E-7C83-3173-647C8CC980ED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99" creationId="{5A8BA8B6-58C4-E327-6207-60B7994FA887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00" creationId="{042804E4-62DF-C133-AB76-FA1D123D7F5E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01" creationId="{7BC7CA4F-1CB1-BA9E-1059-C9E83355F4BB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02" creationId="{A2CB92AA-F08A-E227-CAB6-960EE181F830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03" creationId="{F1BA26A1-7F4C-28A9-D95E-66D452E863DC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04" creationId="{7584FEDE-D3C1-6664-57A2-13F5D7F9832B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05" creationId="{D06BB4AF-5378-1139-F752-048A990929BE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06" creationId="{D16F5255-80B9-76F2-C141-781CE9BA9BF3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07" creationId="{372867D5-13F9-1A8C-70DE-9C05EA10DDBD}"/>
          </ac:spMkLst>
        </pc:spChg>
        <pc:spChg chg="mod">
          <ac:chgData name="Sunbin Kim" userId="54d11c9c6284e2f4" providerId="LiveId" clId="{D8BF4144-3FF5-47E3-9A43-F2616D763039}" dt="2024-11-15T08:04:53.973" v="15632" actId="20577"/>
          <ac:spMkLst>
            <pc:docMk/>
            <pc:sldMk cId="1422249502" sldId="364"/>
            <ac:spMk id="109" creationId="{041AC6BD-7C7B-BF50-4541-E547018E1E52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10" creationId="{D2B9E194-8108-301B-D5FC-E79C28C1FD84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11" creationId="{0BE41E64-B9DF-FEA7-085E-A964BC6C371F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12" creationId="{E767BC9E-F501-23D1-CB23-30F19275E58A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13" creationId="{19228DBC-5943-FB75-2820-408290BFFE5F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16" creationId="{17E5A0A2-7829-284D-D5B7-383F2F15531F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19" creationId="{3A069ED0-73D9-52F9-4B8C-977D80E97FCD}"/>
          </ac:spMkLst>
        </pc:spChg>
        <pc:spChg chg="add 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21" creationId="{00A23D2A-B711-B586-D63A-8CB859E44824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23" creationId="{D364B4DB-17E3-D580-9D22-B0D9D56A4404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24" creationId="{8FA0100B-DD1D-A9C6-2408-57FE9BC82108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97" creationId="{3B96ED7B-EAAD-2289-2F79-DA3C5F1B743F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98" creationId="{CDDF7B28-5EE2-C322-AB24-45E927BA36A1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199" creationId="{AC2A5B7C-8787-6FC3-73E4-5E22C262DC55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200" creationId="{BDB96613-EECC-0249-8749-20E8FA742B31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203" creationId="{29DBB175-B326-E38B-3CEA-4FB5EDA91E83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204" creationId="{BCEC0153-B98D-6621-3423-CE45C437F54A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205" creationId="{1C6E89F0-FEE0-878B-66AE-6CC799767100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206" creationId="{B46975A7-EB38-A8E4-7AD8-E60C121A5258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207" creationId="{660474D3-140E-00BA-DEB8-4F82941A083E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208" creationId="{D8552E38-8017-AA61-A1E4-33222AE8203D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209" creationId="{D4EA8934-EA5C-83FB-0DBD-3321F94BA7FE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212" creationId="{50C7EB10-C1C0-4FFF-5D46-7ED296A9E50D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213" creationId="{2C087B52-D226-058E-C63F-2CD73AAD21FF}"/>
          </ac:spMkLst>
        </pc:spChg>
        <pc:spChg chg="mod">
          <ac:chgData name="Sunbin Kim" userId="54d11c9c6284e2f4" providerId="LiveId" clId="{D8BF4144-3FF5-47E3-9A43-F2616D763039}" dt="2024-11-15T08:02:16.145" v="15574"/>
          <ac:spMkLst>
            <pc:docMk/>
            <pc:sldMk cId="1422249502" sldId="364"/>
            <ac:spMk id="214" creationId="{898A4112-48AE-78D2-262B-26CC95FF9161}"/>
          </ac:spMkLst>
        </pc:spChg>
        <pc:grpChg chg="add 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76" creationId="{265D0DE7-E40D-6205-29FA-9777620CAA40}"/>
          </ac:grpSpMkLst>
        </pc:grpChg>
        <pc:grpChg chg="add 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80" creationId="{DB329AFC-E3F5-CDB0-6BD6-4E65906FB07D}"/>
          </ac:grpSpMkLst>
        </pc:grpChg>
        <pc:grpChg chg="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81" creationId="{211DA30D-AB43-88B6-D73B-60C321351118}"/>
          </ac:grpSpMkLst>
        </pc:grpChg>
        <pc:grpChg chg="add 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114" creationId="{728ECA77-CC75-8F4F-955C-108ABC944049}"/>
          </ac:grpSpMkLst>
        </pc:grpChg>
        <pc:grpChg chg="add 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117" creationId="{101431AF-1AF2-A231-4276-235DB6290B55}"/>
          </ac:grpSpMkLst>
        </pc:grpChg>
        <pc:grpChg chg="add 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122" creationId="{5B0D0630-C86E-CB44-C8D5-7A20FB470B77}"/>
          </ac:grpSpMkLst>
        </pc:grpChg>
        <pc:grpChg chg="add 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125" creationId="{5A6ABA90-B3EF-DBCE-B23C-DF375DB1CB4E}"/>
          </ac:grpSpMkLst>
        </pc:grpChg>
        <pc:grpChg chg="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126" creationId="{8DBBC451-CC5A-F9E5-D098-E82840E1C1E7}"/>
          </ac:grpSpMkLst>
        </pc:grpChg>
        <pc:grpChg chg="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127" creationId="{7FC23985-EB0B-DC2C-D95F-2566498832AB}"/>
          </ac:grpSpMkLst>
        </pc:grpChg>
        <pc:grpChg chg="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193" creationId="{559EEB1C-66A4-2D4A-66AA-1FF030BC3559}"/>
          </ac:grpSpMkLst>
        </pc:grpChg>
        <pc:grpChg chg="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196" creationId="{E290140D-B529-6FC9-9A39-C3EF4033FDA5}"/>
          </ac:grpSpMkLst>
        </pc:grpChg>
        <pc:grpChg chg="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201" creationId="{A674828D-7B0D-591D-E633-D47528A704E8}"/>
          </ac:grpSpMkLst>
        </pc:grpChg>
        <pc:grpChg chg="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202" creationId="{C54031B3-D17C-E2F5-EEBD-07B5C956B568}"/>
          </ac:grpSpMkLst>
        </pc:grpChg>
        <pc:grpChg chg="mod">
          <ac:chgData name="Sunbin Kim" userId="54d11c9c6284e2f4" providerId="LiveId" clId="{D8BF4144-3FF5-47E3-9A43-F2616D763039}" dt="2024-11-15T08:02:16.145" v="15574"/>
          <ac:grpSpMkLst>
            <pc:docMk/>
            <pc:sldMk cId="1422249502" sldId="364"/>
            <ac:grpSpMk id="210" creationId="{81F490D2-25B5-10E2-72C6-B94790BCDFA4}"/>
          </ac:grpSpMkLst>
        </pc:grpChg>
        <pc:picChg chg="add mod">
          <ac:chgData name="Sunbin Kim" userId="54d11c9c6284e2f4" providerId="LiveId" clId="{D8BF4144-3FF5-47E3-9A43-F2616D763039}" dt="2024-11-15T08:02:16.145" v="15574"/>
          <ac:picMkLst>
            <pc:docMk/>
            <pc:sldMk cId="1422249502" sldId="364"/>
            <ac:picMk id="75" creationId="{AD0D1A46-892F-3139-EC71-2BA8F63EE5E8}"/>
          </ac:picMkLst>
        </pc:picChg>
        <pc:picChg chg="mod">
          <ac:chgData name="Sunbin Kim" userId="54d11c9c6284e2f4" providerId="LiveId" clId="{D8BF4144-3FF5-47E3-9A43-F2616D763039}" dt="2024-11-15T08:02:16.145" v="15574"/>
          <ac:picMkLst>
            <pc:docMk/>
            <pc:sldMk cId="1422249502" sldId="364"/>
            <ac:picMk id="115" creationId="{85D1FD13-502F-1F32-6216-7645970A85E2}"/>
          </ac:picMkLst>
        </pc:picChg>
        <pc:picChg chg="mod">
          <ac:chgData name="Sunbin Kim" userId="54d11c9c6284e2f4" providerId="LiveId" clId="{D8BF4144-3FF5-47E3-9A43-F2616D763039}" dt="2024-11-15T08:02:16.145" v="15574"/>
          <ac:picMkLst>
            <pc:docMk/>
            <pc:sldMk cId="1422249502" sldId="364"/>
            <ac:picMk id="118" creationId="{04C5E171-632C-A50F-2A32-C55FA845E77E}"/>
          </ac:picMkLst>
        </pc:picChg>
        <pc:picChg chg="add mod">
          <ac:chgData name="Sunbin Kim" userId="54d11c9c6284e2f4" providerId="LiveId" clId="{D8BF4144-3FF5-47E3-9A43-F2616D763039}" dt="2024-11-15T08:02:16.145" v="15574"/>
          <ac:picMkLst>
            <pc:docMk/>
            <pc:sldMk cId="1422249502" sldId="364"/>
            <ac:picMk id="120" creationId="{142E3831-5778-BBBD-0ED0-FBEE8217FF9E}"/>
          </ac:picMkLst>
        </pc:picChg>
        <pc:picChg chg="mod">
          <ac:chgData name="Sunbin Kim" userId="54d11c9c6284e2f4" providerId="LiveId" clId="{D8BF4144-3FF5-47E3-9A43-F2616D763039}" dt="2024-11-15T08:02:16.145" v="15574"/>
          <ac:picMkLst>
            <pc:docMk/>
            <pc:sldMk cId="1422249502" sldId="364"/>
            <ac:picMk id="192" creationId="{74A7470F-8FA6-C1BF-B4DA-E7FC360B85B6}"/>
          </ac:picMkLst>
        </pc:picChg>
        <pc:picChg chg="mod">
          <ac:chgData name="Sunbin Kim" userId="54d11c9c6284e2f4" providerId="LiveId" clId="{D8BF4144-3FF5-47E3-9A43-F2616D763039}" dt="2024-11-15T08:02:16.145" v="15574"/>
          <ac:picMkLst>
            <pc:docMk/>
            <pc:sldMk cId="1422249502" sldId="364"/>
            <ac:picMk id="211" creationId="{9E45BBD1-6B1D-B429-9329-6CA793CD7155}"/>
          </ac:picMkLst>
        </pc:picChg>
        <pc:cxnChg chg="add mod">
          <ac:chgData name="Sunbin Kim" userId="54d11c9c6284e2f4" providerId="LiveId" clId="{D8BF4144-3FF5-47E3-9A43-F2616D763039}" dt="2024-11-15T08:02:16.145" v="15574"/>
          <ac:cxnSpMkLst>
            <pc:docMk/>
            <pc:sldMk cId="1422249502" sldId="364"/>
            <ac:cxnSpMk id="88" creationId="{1125D7D6-27C5-DC85-9E06-7583CE1791CD}"/>
          </ac:cxnSpMkLst>
        </pc:cxnChg>
        <pc:cxnChg chg="add mod">
          <ac:chgData name="Sunbin Kim" userId="54d11c9c6284e2f4" providerId="LiveId" clId="{D8BF4144-3FF5-47E3-9A43-F2616D763039}" dt="2024-11-15T08:02:16.145" v="15574"/>
          <ac:cxnSpMkLst>
            <pc:docMk/>
            <pc:sldMk cId="1422249502" sldId="364"/>
            <ac:cxnSpMk id="89" creationId="{50EEC470-5C9F-198A-FECD-63DDEB1BE68A}"/>
          </ac:cxnSpMkLst>
        </pc:cxnChg>
        <pc:cxnChg chg="add mod">
          <ac:chgData name="Sunbin Kim" userId="54d11c9c6284e2f4" providerId="LiveId" clId="{D8BF4144-3FF5-47E3-9A43-F2616D763039}" dt="2024-11-15T08:02:16.145" v="15574"/>
          <ac:cxnSpMkLst>
            <pc:docMk/>
            <pc:sldMk cId="1422249502" sldId="364"/>
            <ac:cxnSpMk id="90" creationId="{FB2A05A1-4779-72D8-72CE-AE871A1C6E14}"/>
          </ac:cxnSpMkLst>
        </pc:cxnChg>
        <pc:cxnChg chg="add mod">
          <ac:chgData name="Sunbin Kim" userId="54d11c9c6284e2f4" providerId="LiveId" clId="{D8BF4144-3FF5-47E3-9A43-F2616D763039}" dt="2024-11-15T08:02:16.145" v="15574"/>
          <ac:cxnSpMkLst>
            <pc:docMk/>
            <pc:sldMk cId="1422249502" sldId="364"/>
            <ac:cxnSpMk id="91" creationId="{FCB4DA94-60CE-66DF-FD2E-1DC19B6A4734}"/>
          </ac:cxnSpMkLst>
        </pc:cxnChg>
      </pc:sldChg>
      <pc:sldChg chg="add del">
        <pc:chgData name="Sunbin Kim" userId="54d11c9c6284e2f4" providerId="LiveId" clId="{D8BF4144-3FF5-47E3-9A43-F2616D763039}" dt="2024-11-15T08:06:16.531" v="15681"/>
        <pc:sldMkLst>
          <pc:docMk/>
          <pc:sldMk cId="1788817296" sldId="365"/>
        </pc:sldMkLst>
      </pc:sldChg>
      <pc:sldChg chg="addSp delSp modSp add del mod ord">
        <pc:chgData name="Sunbin Kim" userId="54d11c9c6284e2f4" providerId="LiveId" clId="{D8BF4144-3FF5-47E3-9A43-F2616D763039}" dt="2024-11-15T08:14:36.438" v="15961"/>
        <pc:sldMkLst>
          <pc:docMk/>
          <pc:sldMk cId="1637431802" sldId="366"/>
        </pc:sldMkLst>
      </pc:sldChg>
      <pc:sldChg chg="add del">
        <pc:chgData name="Sunbin Kim" userId="54d11c9c6284e2f4" providerId="LiveId" clId="{D8BF4144-3FF5-47E3-9A43-F2616D763039}" dt="2024-11-15T08:06:16.531" v="15681"/>
        <pc:sldMkLst>
          <pc:docMk/>
          <pc:sldMk cId="2787453951" sldId="367"/>
        </pc:sldMkLst>
      </pc:sldChg>
      <pc:sldChg chg="add del">
        <pc:chgData name="Sunbin Kim" userId="54d11c9c6284e2f4" providerId="LiveId" clId="{D8BF4144-3FF5-47E3-9A43-F2616D763039}" dt="2024-11-15T08:06:16.531" v="15681"/>
        <pc:sldMkLst>
          <pc:docMk/>
          <pc:sldMk cId="2914046687" sldId="368"/>
        </pc:sldMkLst>
      </pc:sldChg>
      <pc:sldChg chg="add del">
        <pc:chgData name="Sunbin Kim" userId="54d11c9c6284e2f4" providerId="LiveId" clId="{D8BF4144-3FF5-47E3-9A43-F2616D763039}" dt="2024-11-15T08:06:16.531" v="15681"/>
        <pc:sldMkLst>
          <pc:docMk/>
          <pc:sldMk cId="2451728411" sldId="369"/>
        </pc:sldMkLst>
      </pc:sldChg>
      <pc:sldChg chg="add del">
        <pc:chgData name="Sunbin Kim" userId="54d11c9c6284e2f4" providerId="LiveId" clId="{D8BF4144-3FF5-47E3-9A43-F2616D763039}" dt="2024-11-15T08:06:16.531" v="15681"/>
        <pc:sldMkLst>
          <pc:docMk/>
          <pc:sldMk cId="981521906" sldId="370"/>
        </pc:sldMkLst>
      </pc:sldChg>
      <pc:sldChg chg="add del">
        <pc:chgData name="Sunbin Kim" userId="54d11c9c6284e2f4" providerId="LiveId" clId="{D8BF4144-3FF5-47E3-9A43-F2616D763039}" dt="2024-11-15T08:06:16.531" v="15681"/>
        <pc:sldMkLst>
          <pc:docMk/>
          <pc:sldMk cId="902108266" sldId="371"/>
        </pc:sldMkLst>
      </pc:sldChg>
      <pc:sldChg chg="add del">
        <pc:chgData name="Sunbin Kim" userId="54d11c9c6284e2f4" providerId="LiveId" clId="{D8BF4144-3FF5-47E3-9A43-F2616D763039}" dt="2024-11-15T08:06:16.531" v="15681"/>
        <pc:sldMkLst>
          <pc:docMk/>
          <pc:sldMk cId="66590678" sldId="372"/>
        </pc:sldMkLst>
      </pc:sldChg>
      <pc:sldChg chg="add del">
        <pc:chgData name="Sunbin Kim" userId="54d11c9c6284e2f4" providerId="LiveId" clId="{D8BF4144-3FF5-47E3-9A43-F2616D763039}" dt="2024-11-15T08:06:16.531" v="15681"/>
        <pc:sldMkLst>
          <pc:docMk/>
          <pc:sldMk cId="674646292" sldId="373"/>
        </pc:sldMkLst>
      </pc:sldChg>
      <pc:sldChg chg="add del">
        <pc:chgData name="Sunbin Kim" userId="54d11c9c6284e2f4" providerId="LiveId" clId="{D8BF4144-3FF5-47E3-9A43-F2616D763039}" dt="2024-11-15T08:08:31.922" v="15685"/>
        <pc:sldMkLst>
          <pc:docMk/>
          <pc:sldMk cId="3353037395" sldId="374"/>
        </pc:sldMkLst>
      </pc:sldChg>
      <pc:sldChg chg="addSp delSp modSp add del mod">
        <pc:chgData name="Sunbin Kim" userId="54d11c9c6284e2f4" providerId="LiveId" clId="{D8BF4144-3FF5-47E3-9A43-F2616D763039}" dt="2024-11-15T08:08:31.922" v="15685"/>
        <pc:sldMkLst>
          <pc:docMk/>
          <pc:sldMk cId="3436252780" sldId="376"/>
        </pc:sldMkLst>
      </pc:sldChg>
      <pc:sldChg chg="addSp delSp modSp add del mod">
        <pc:chgData name="Sunbin Kim" userId="54d11c9c6284e2f4" providerId="LiveId" clId="{D8BF4144-3FF5-47E3-9A43-F2616D763039}" dt="2024-11-15T08:10:02.756" v="15724" actId="1076"/>
        <pc:sldMkLst>
          <pc:docMk/>
          <pc:sldMk cId="4243601228" sldId="377"/>
        </pc:sldMkLst>
      </pc:sldChg>
      <pc:sldChg chg="add del">
        <pc:chgData name="Sunbin Kim" userId="54d11c9c6284e2f4" providerId="LiveId" clId="{D8BF4144-3FF5-47E3-9A43-F2616D763039}" dt="2024-11-15T08:08:31.922" v="15685"/>
        <pc:sldMkLst>
          <pc:docMk/>
          <pc:sldMk cId="2480883402" sldId="378"/>
        </pc:sldMkLst>
      </pc:sldChg>
      <pc:sldChg chg="add del">
        <pc:chgData name="Sunbin Kim" userId="54d11c9c6284e2f4" providerId="LiveId" clId="{D8BF4144-3FF5-47E3-9A43-F2616D763039}" dt="2024-11-15T08:08:31.922" v="15685"/>
        <pc:sldMkLst>
          <pc:docMk/>
          <pc:sldMk cId="3777200138" sldId="379"/>
        </pc:sldMkLst>
      </pc:sldChg>
      <pc:sldChg chg="add del">
        <pc:chgData name="Sunbin Kim" userId="54d11c9c6284e2f4" providerId="LiveId" clId="{D8BF4144-3FF5-47E3-9A43-F2616D763039}" dt="2024-11-15T08:08:31.922" v="15685"/>
        <pc:sldMkLst>
          <pc:docMk/>
          <pc:sldMk cId="2370034209" sldId="380"/>
        </pc:sldMkLst>
      </pc:sldChg>
      <pc:sldChg chg="add del">
        <pc:chgData name="Sunbin Kim" userId="54d11c9c6284e2f4" providerId="LiveId" clId="{D8BF4144-3FF5-47E3-9A43-F2616D763039}" dt="2024-11-15T08:08:31.922" v="15685"/>
        <pc:sldMkLst>
          <pc:docMk/>
          <pc:sldMk cId="1613563388" sldId="381"/>
        </pc:sldMkLst>
      </pc:sldChg>
      <pc:sldChg chg="addSp delSp modSp add del mod">
        <pc:chgData name="Sunbin Kim" userId="54d11c9c6284e2f4" providerId="LiveId" clId="{D8BF4144-3FF5-47E3-9A43-F2616D763039}" dt="2024-11-15T07:45:53.306" v="14161" actId="47"/>
        <pc:sldMkLst>
          <pc:docMk/>
          <pc:sldMk cId="1717164872" sldId="383"/>
        </pc:sldMkLst>
      </pc:sldChg>
      <pc:sldChg chg="addSp delSp modSp add mod">
        <pc:chgData name="Sunbin Kim" userId="54d11c9c6284e2f4" providerId="LiveId" clId="{D8BF4144-3FF5-47E3-9A43-F2616D763039}" dt="2024-11-15T08:11:13.324" v="15742" actId="478"/>
        <pc:sldMkLst>
          <pc:docMk/>
          <pc:sldMk cId="4022404511" sldId="383"/>
        </pc:sldMkLst>
      </pc:sldChg>
      <pc:sldChg chg="addSp delSp modSp mod">
        <pc:chgData name="Sunbin Kim" userId="54d11c9c6284e2f4" providerId="LiveId" clId="{D8BF4144-3FF5-47E3-9A43-F2616D763039}" dt="2024-11-15T06:55:24.843" v="13574" actId="20577"/>
        <pc:sldMkLst>
          <pc:docMk/>
          <pc:sldMk cId="2760466394" sldId="384"/>
        </pc:sldMkLst>
      </pc:sldChg>
      <pc:sldChg chg="addSp modSp add mod">
        <pc:chgData name="Sunbin Kim" userId="54d11c9c6284e2f4" providerId="LiveId" clId="{D8BF4144-3FF5-47E3-9A43-F2616D763039}" dt="2024-11-15T08:05:07.941" v="15680" actId="20577"/>
        <pc:sldMkLst>
          <pc:docMk/>
          <pc:sldMk cId="1973682247" sldId="385"/>
        </pc:sldMkLst>
      </pc:sldChg>
      <pc:sldChg chg="addSp delSp modSp new del mod">
        <pc:chgData name="Sunbin Kim" userId="54d11c9c6284e2f4" providerId="LiveId" clId="{D8BF4144-3FF5-47E3-9A43-F2616D763039}" dt="2024-11-15T06:37:08.552" v="12578" actId="680"/>
        <pc:sldMkLst>
          <pc:docMk/>
          <pc:sldMk cId="2578486351" sldId="385"/>
        </pc:sldMkLst>
      </pc:sldChg>
      <pc:sldChg chg="add ord">
        <pc:chgData name="Sunbin Kim" userId="54d11c9c6284e2f4" providerId="LiveId" clId="{D8BF4144-3FF5-47E3-9A43-F2616D763039}" dt="2024-11-15T07:48:19.633" v="14166" actId="20578"/>
        <pc:sldMkLst>
          <pc:docMk/>
          <pc:sldMk cId="2558148501" sldId="386"/>
        </pc:sldMkLst>
      </pc:sldChg>
      <pc:sldChg chg="add ord">
        <pc:chgData name="Sunbin Kim" userId="54d11c9c6284e2f4" providerId="LiveId" clId="{D8BF4144-3FF5-47E3-9A43-F2616D763039}" dt="2024-11-15T07:48:19.633" v="14166" actId="20578"/>
        <pc:sldMkLst>
          <pc:docMk/>
          <pc:sldMk cId="1087977919" sldId="387"/>
        </pc:sldMkLst>
      </pc:sldChg>
      <pc:sldChg chg="add ord">
        <pc:chgData name="Sunbin Kim" userId="54d11c9c6284e2f4" providerId="LiveId" clId="{D8BF4144-3FF5-47E3-9A43-F2616D763039}" dt="2024-11-15T07:48:19.633" v="14166" actId="20578"/>
        <pc:sldMkLst>
          <pc:docMk/>
          <pc:sldMk cId="372757352" sldId="388"/>
        </pc:sldMkLst>
      </pc:sldChg>
      <pc:sldChg chg="add ord">
        <pc:chgData name="Sunbin Kim" userId="54d11c9c6284e2f4" providerId="LiveId" clId="{D8BF4144-3FF5-47E3-9A43-F2616D763039}" dt="2024-11-15T07:48:19.633" v="14166" actId="20578"/>
        <pc:sldMkLst>
          <pc:docMk/>
          <pc:sldMk cId="2392303783" sldId="389"/>
        </pc:sldMkLst>
      </pc:sldChg>
      <pc:sldChg chg="addSp delSp modSp add mod ord">
        <pc:chgData name="Sunbin Kim" userId="54d11c9c6284e2f4" providerId="LiveId" clId="{D8BF4144-3FF5-47E3-9A43-F2616D763039}" dt="2024-11-15T07:58:24.281" v="15483" actId="478"/>
        <pc:sldMkLst>
          <pc:docMk/>
          <pc:sldMk cId="1442247430" sldId="390"/>
        </pc:sldMkLst>
        <pc:spChg chg="mod">
          <ac:chgData name="Sunbin Kim" userId="54d11c9c6284e2f4" providerId="LiveId" clId="{D8BF4144-3FF5-47E3-9A43-F2616D763039}" dt="2024-11-15T07:50:59.154" v="14655" actId="571"/>
          <ac:spMkLst>
            <pc:docMk/>
            <pc:sldMk cId="1442247430" sldId="390"/>
            <ac:spMk id="8" creationId="{E093D0EF-ABC1-981D-32FB-795212FE2B8A}"/>
          </ac:spMkLst>
        </pc:spChg>
        <pc:spChg chg="mod">
          <ac:chgData name="Sunbin Kim" userId="54d11c9c6284e2f4" providerId="LiveId" clId="{D8BF4144-3FF5-47E3-9A43-F2616D763039}" dt="2024-11-15T07:50:59.154" v="14655" actId="571"/>
          <ac:spMkLst>
            <pc:docMk/>
            <pc:sldMk cId="1442247430" sldId="390"/>
            <ac:spMk id="14" creationId="{2A6640A3-9AC4-5315-E516-EE61A94295CF}"/>
          </ac:spMkLst>
        </pc:spChg>
        <pc:spChg chg="mod">
          <ac:chgData name="Sunbin Kim" userId="54d11c9c6284e2f4" providerId="LiveId" clId="{D8BF4144-3FF5-47E3-9A43-F2616D763039}" dt="2024-11-15T07:51:11.558" v="14735" actId="20577"/>
          <ac:spMkLst>
            <pc:docMk/>
            <pc:sldMk cId="1442247430" sldId="390"/>
            <ac:spMk id="17" creationId="{DA69ACB8-553A-47FC-563C-8AA95CFB41B3}"/>
          </ac:spMkLst>
        </pc:spChg>
        <pc:spChg chg="mod">
          <ac:chgData name="Sunbin Kim" userId="54d11c9c6284e2f4" providerId="LiveId" clId="{D8BF4144-3FF5-47E3-9A43-F2616D763039}" dt="2024-11-15T07:54:46.359" v="15195" actId="165"/>
          <ac:spMkLst>
            <pc:docMk/>
            <pc:sldMk cId="1442247430" sldId="390"/>
            <ac:spMk id="38" creationId="{2A979D1E-6DE7-8086-B8CD-F44387C014BD}"/>
          </ac:spMkLst>
        </pc:spChg>
        <pc:spChg chg="mod">
          <ac:chgData name="Sunbin Kim" userId="54d11c9c6284e2f4" providerId="LiveId" clId="{D8BF4144-3FF5-47E3-9A43-F2616D763039}" dt="2024-11-15T07:57:33.747" v="15412" actId="20577"/>
          <ac:spMkLst>
            <pc:docMk/>
            <pc:sldMk cId="1442247430" sldId="390"/>
            <ac:spMk id="39" creationId="{F58223A4-F356-D3AF-5126-D1AC62A3C6E5}"/>
          </ac:spMkLst>
        </pc:spChg>
        <pc:spChg chg="mod topLvl">
          <ac:chgData name="Sunbin Kim" userId="54d11c9c6284e2f4" providerId="LiveId" clId="{D8BF4144-3FF5-47E3-9A43-F2616D763039}" dt="2024-11-15T07:54:54.269" v="15211" actId="165"/>
          <ac:spMkLst>
            <pc:docMk/>
            <pc:sldMk cId="1442247430" sldId="390"/>
            <ac:spMk id="47" creationId="{3942EEF4-CA54-E18D-80F7-0D8A1BA57235}"/>
          </ac:spMkLst>
        </pc:spChg>
        <pc:spChg chg="mod topLvl">
          <ac:chgData name="Sunbin Kim" userId="54d11c9c6284e2f4" providerId="LiveId" clId="{D8BF4144-3FF5-47E3-9A43-F2616D763039}" dt="2024-11-15T07:54:54.269" v="15211" actId="165"/>
          <ac:spMkLst>
            <pc:docMk/>
            <pc:sldMk cId="1442247430" sldId="390"/>
            <ac:spMk id="48" creationId="{CC80503A-9040-FFC0-9CC4-5C96E3058BC3}"/>
          </ac:spMkLst>
        </pc:spChg>
        <pc:spChg chg="mod">
          <ac:chgData name="Sunbin Kim" userId="54d11c9c6284e2f4" providerId="LiveId" clId="{D8BF4144-3FF5-47E3-9A43-F2616D763039}" dt="2024-11-15T07:54:27.076" v="15160" actId="571"/>
          <ac:spMkLst>
            <pc:docMk/>
            <pc:sldMk cId="1442247430" sldId="390"/>
            <ac:spMk id="56" creationId="{D94F603A-2386-C810-B23C-766B66B66894}"/>
          </ac:spMkLst>
        </pc:spChg>
        <pc:spChg chg="mod">
          <ac:chgData name="Sunbin Kim" userId="54d11c9c6284e2f4" providerId="LiveId" clId="{D8BF4144-3FF5-47E3-9A43-F2616D763039}" dt="2024-11-15T07:54:30.148" v="15166" actId="20577"/>
          <ac:spMkLst>
            <pc:docMk/>
            <pc:sldMk cId="1442247430" sldId="390"/>
            <ac:spMk id="58" creationId="{5D3E985A-4142-3782-4A7D-0986EEE8E36B}"/>
          </ac:spMkLst>
        </pc:spChg>
        <pc:spChg chg="mod">
          <ac:chgData name="Sunbin Kim" userId="54d11c9c6284e2f4" providerId="LiveId" clId="{D8BF4144-3FF5-47E3-9A43-F2616D763039}" dt="2024-11-15T07:54:33.237" v="15181" actId="20577"/>
          <ac:spMkLst>
            <pc:docMk/>
            <pc:sldMk cId="1442247430" sldId="390"/>
            <ac:spMk id="59" creationId="{3B696AE3-A5EC-61F5-E4AB-D6449052647F}"/>
          </ac:spMkLst>
        </pc:spChg>
        <pc:spChg chg="mod">
          <ac:chgData name="Sunbin Kim" userId="54d11c9c6284e2f4" providerId="LiveId" clId="{D8BF4144-3FF5-47E3-9A43-F2616D763039}" dt="2024-11-15T07:56:38.836" v="15299" actId="20577"/>
          <ac:spMkLst>
            <pc:docMk/>
            <pc:sldMk cId="1442247430" sldId="390"/>
            <ac:spMk id="66" creationId="{8E3FCC9E-6D9B-5FD3-E01D-DA8F3D1451D3}"/>
          </ac:spMkLst>
        </pc:spChg>
        <pc:spChg chg="mod">
          <ac:chgData name="Sunbin Kim" userId="54d11c9c6284e2f4" providerId="LiveId" clId="{D8BF4144-3FF5-47E3-9A43-F2616D763039}" dt="2024-11-15T07:56:33" v="15295"/>
          <ac:spMkLst>
            <pc:docMk/>
            <pc:sldMk cId="1442247430" sldId="390"/>
            <ac:spMk id="67" creationId="{2CF19FFA-DA1C-ECFA-96EE-670F3ACFBB04}"/>
          </ac:spMkLst>
        </pc:spChg>
        <pc:spChg chg="mod">
          <ac:chgData name="Sunbin Kim" userId="54d11c9c6284e2f4" providerId="LiveId" clId="{D8BF4144-3FF5-47E3-9A43-F2616D763039}" dt="2024-11-15T07:56:40.741" v="15301" actId="20577"/>
          <ac:spMkLst>
            <pc:docMk/>
            <pc:sldMk cId="1442247430" sldId="390"/>
            <ac:spMk id="69" creationId="{A271EB9C-07F4-FC01-3AA9-7AE8C63BB21B}"/>
          </ac:spMkLst>
        </pc:spChg>
        <pc:spChg chg="mod">
          <ac:chgData name="Sunbin Kim" userId="54d11c9c6284e2f4" providerId="LiveId" clId="{D8BF4144-3FF5-47E3-9A43-F2616D763039}" dt="2024-11-15T07:56:35.194" v="15296"/>
          <ac:spMkLst>
            <pc:docMk/>
            <pc:sldMk cId="1442247430" sldId="390"/>
            <ac:spMk id="70" creationId="{80A3864E-DF4F-B899-ED2E-DD61EBB7716E}"/>
          </ac:spMkLst>
        </pc:spChg>
        <pc:spChg chg="mod">
          <ac:chgData name="Sunbin Kim" userId="54d11c9c6284e2f4" providerId="LiveId" clId="{D8BF4144-3FF5-47E3-9A43-F2616D763039}" dt="2024-11-15T07:56:42.634" v="15303" actId="20577"/>
          <ac:spMkLst>
            <pc:docMk/>
            <pc:sldMk cId="1442247430" sldId="390"/>
            <ac:spMk id="72" creationId="{E996D4CB-707C-87E8-80CB-F765C61C4E46}"/>
          </ac:spMkLst>
        </pc:spChg>
        <pc:spChg chg="mod">
          <ac:chgData name="Sunbin Kim" userId="54d11c9c6284e2f4" providerId="LiveId" clId="{D8BF4144-3FF5-47E3-9A43-F2616D763039}" dt="2024-11-15T07:56:37.307" v="15297"/>
          <ac:spMkLst>
            <pc:docMk/>
            <pc:sldMk cId="1442247430" sldId="390"/>
            <ac:spMk id="73" creationId="{BFC0172B-016F-B70C-8A3A-4CF481D9A141}"/>
          </ac:spMkLst>
        </pc:spChg>
        <pc:spChg chg="mod">
          <ac:chgData name="Sunbin Kim" userId="54d11c9c6284e2f4" providerId="LiveId" clId="{D8BF4144-3FF5-47E3-9A43-F2616D763039}" dt="2024-11-15T07:57:00.400" v="15315" actId="20577"/>
          <ac:spMkLst>
            <pc:docMk/>
            <pc:sldMk cId="1442247430" sldId="390"/>
            <ac:spMk id="79" creationId="{71E0BD34-E0E5-ED7B-0315-44F0E04C26CB}"/>
          </ac:spMkLst>
        </pc:spChg>
        <pc:spChg chg="mod">
          <ac:chgData name="Sunbin Kim" userId="54d11c9c6284e2f4" providerId="LiveId" clId="{D8BF4144-3FF5-47E3-9A43-F2616D763039}" dt="2024-11-15T07:57:27.029" v="15362" actId="20577"/>
          <ac:spMkLst>
            <pc:docMk/>
            <pc:sldMk cId="1442247430" sldId="390"/>
            <ac:spMk id="80" creationId="{25D29761-4550-F999-93A1-96D2BA0E4255}"/>
          </ac:spMkLst>
        </pc:spChg>
        <pc:spChg chg="mod">
          <ac:chgData name="Sunbin Kim" userId="54d11c9c6284e2f4" providerId="LiveId" clId="{D8BF4144-3FF5-47E3-9A43-F2616D763039}" dt="2024-11-15T07:57:01.911" v="15317" actId="20577"/>
          <ac:spMkLst>
            <pc:docMk/>
            <pc:sldMk cId="1442247430" sldId="390"/>
            <ac:spMk id="82" creationId="{29AFF09F-3F3C-F850-CA75-203CC1E91127}"/>
          </ac:spMkLst>
        </pc:spChg>
        <pc:spChg chg="mod">
          <ac:chgData name="Sunbin Kim" userId="54d11c9c6284e2f4" providerId="LiveId" clId="{D8BF4144-3FF5-47E3-9A43-F2616D763039}" dt="2024-11-15T07:57:41.745" v="15454" actId="20577"/>
          <ac:spMkLst>
            <pc:docMk/>
            <pc:sldMk cId="1442247430" sldId="390"/>
            <ac:spMk id="83" creationId="{035A026F-CD6F-93C1-EE1B-F9F24FACC3B5}"/>
          </ac:spMkLst>
        </pc:spChg>
        <pc:spChg chg="mod">
          <ac:chgData name="Sunbin Kim" userId="54d11c9c6284e2f4" providerId="LiveId" clId="{D8BF4144-3FF5-47E3-9A43-F2616D763039}" dt="2024-11-15T07:50:01.028" v="14354" actId="20577"/>
          <ac:spMkLst>
            <pc:docMk/>
            <pc:sldMk cId="1442247430" sldId="390"/>
            <ac:spMk id="137" creationId="{B90A794B-A920-CE43-7D29-CCCC083440CF}"/>
          </ac:spMkLst>
        </pc:spChg>
        <pc:spChg chg="mod">
          <ac:chgData name="Sunbin Kim" userId="54d11c9c6284e2f4" providerId="LiveId" clId="{D8BF4144-3FF5-47E3-9A43-F2616D763039}" dt="2024-11-15T07:58:08.697" v="15478" actId="20577"/>
          <ac:spMkLst>
            <pc:docMk/>
            <pc:sldMk cId="1442247430" sldId="390"/>
            <ac:spMk id="142" creationId="{1E1F9581-843C-49B2-BA84-8D5A19DB41B6}"/>
          </ac:spMkLst>
        </pc:spChg>
        <pc:spChg chg="mod">
          <ac:chgData name="Sunbin Kim" userId="54d11c9c6284e2f4" providerId="LiveId" clId="{D8BF4144-3FF5-47E3-9A43-F2616D763039}" dt="2024-11-15T07:49:23.290" v="14180" actId="20577"/>
          <ac:spMkLst>
            <pc:docMk/>
            <pc:sldMk cId="1442247430" sldId="390"/>
            <ac:spMk id="143" creationId="{4371B30A-7054-4601-BBFD-D2964BB75E42}"/>
          </ac:spMkLst>
        </pc:spChg>
        <pc:spChg chg="mod">
          <ac:chgData name="Sunbin Kim" userId="54d11c9c6284e2f4" providerId="LiveId" clId="{D8BF4144-3FF5-47E3-9A43-F2616D763039}" dt="2024-11-15T07:54:42.453" v="15194" actId="165"/>
          <ac:spMkLst>
            <pc:docMk/>
            <pc:sldMk cId="1442247430" sldId="390"/>
            <ac:spMk id="147" creationId="{AD2E0CC6-AE10-4609-9F5D-2C62996FC2AF}"/>
          </ac:spMkLst>
        </pc:spChg>
        <pc:spChg chg="mod">
          <ac:chgData name="Sunbin Kim" userId="54d11c9c6284e2f4" providerId="LiveId" clId="{D8BF4144-3FF5-47E3-9A43-F2616D763039}" dt="2024-11-15T07:50:11.929" v="14425" actId="6549"/>
          <ac:spMkLst>
            <pc:docMk/>
            <pc:sldMk cId="1442247430" sldId="390"/>
            <ac:spMk id="166" creationId="{1E5533FA-E22C-36D4-C7C6-7B2596B83125}"/>
          </ac:spMkLst>
        </pc:spChg>
        <pc:spChg chg="mod">
          <ac:chgData name="Sunbin Kim" userId="54d11c9c6284e2f4" providerId="LiveId" clId="{D8BF4144-3FF5-47E3-9A43-F2616D763039}" dt="2024-11-15T07:50:27.318" v="14492"/>
          <ac:spMkLst>
            <pc:docMk/>
            <pc:sldMk cId="1442247430" sldId="390"/>
            <ac:spMk id="169" creationId="{B60DE3F1-D795-5975-EC06-F99B6F6F3C8E}"/>
          </ac:spMkLst>
        </pc:spChg>
        <pc:spChg chg="mod">
          <ac:chgData name="Sunbin Kim" userId="54d11c9c6284e2f4" providerId="LiveId" clId="{D8BF4144-3FF5-47E3-9A43-F2616D763039}" dt="2024-11-15T07:50:27.318" v="14492"/>
          <ac:spMkLst>
            <pc:docMk/>
            <pc:sldMk cId="1442247430" sldId="390"/>
            <ac:spMk id="171" creationId="{F39EDA44-F21A-1618-DC8D-63E0759BA7C1}"/>
          </ac:spMkLst>
        </pc:spChg>
        <pc:spChg chg="mod">
          <ac:chgData name="Sunbin Kim" userId="54d11c9c6284e2f4" providerId="LiveId" clId="{D8BF4144-3FF5-47E3-9A43-F2616D763039}" dt="2024-11-15T07:50:27.318" v="14492"/>
          <ac:spMkLst>
            <pc:docMk/>
            <pc:sldMk cId="1442247430" sldId="390"/>
            <ac:spMk id="172" creationId="{F8640C1F-AAF3-9458-0B55-B51EA0C0DDB6}"/>
          </ac:spMkLst>
        </pc:spChg>
        <pc:spChg chg="mod">
          <ac:chgData name="Sunbin Kim" userId="54d11c9c6284e2f4" providerId="LiveId" clId="{D8BF4144-3FF5-47E3-9A43-F2616D763039}" dt="2024-11-15T07:50:40.778" v="14562" actId="20577"/>
          <ac:spMkLst>
            <pc:docMk/>
            <pc:sldMk cId="1442247430" sldId="390"/>
            <ac:spMk id="178" creationId="{30532C6E-371C-F818-AFDB-F5BC3DAF4964}"/>
          </ac:spMkLst>
        </pc:spChg>
        <pc:spChg chg="mod">
          <ac:chgData name="Sunbin Kim" userId="54d11c9c6284e2f4" providerId="LiveId" clId="{D8BF4144-3FF5-47E3-9A43-F2616D763039}" dt="2024-11-15T07:50:55.080" v="14654" actId="20577"/>
          <ac:spMkLst>
            <pc:docMk/>
            <pc:sldMk cId="1442247430" sldId="390"/>
            <ac:spMk id="184" creationId="{1C41CC8A-3192-2659-D06A-C4D2679DD77D}"/>
          </ac:spMkLst>
        </pc:spChg>
        <pc:spChg chg="mod">
          <ac:chgData name="Sunbin Kim" userId="54d11c9c6284e2f4" providerId="LiveId" clId="{D8BF4144-3FF5-47E3-9A43-F2616D763039}" dt="2024-11-15T07:54:09.625" v="15139" actId="165"/>
          <ac:spMkLst>
            <pc:docMk/>
            <pc:sldMk cId="1442247430" sldId="390"/>
            <ac:spMk id="221" creationId="{04ACDC34-83A0-CB08-992B-6D0FE7A321D1}"/>
          </ac:spMkLst>
        </pc:spChg>
        <pc:spChg chg="mod">
          <ac:chgData name="Sunbin Kim" userId="54d11c9c6284e2f4" providerId="LiveId" clId="{D8BF4144-3FF5-47E3-9A43-F2616D763039}" dt="2024-11-15T07:54:09.625" v="15139" actId="165"/>
          <ac:spMkLst>
            <pc:docMk/>
            <pc:sldMk cId="1442247430" sldId="390"/>
            <ac:spMk id="222" creationId="{041C265E-D4B3-5418-8795-5572D2CCE5CD}"/>
          </ac:spMkLst>
        </pc:spChg>
        <pc:spChg chg="mod">
          <ac:chgData name="Sunbin Kim" userId="54d11c9c6284e2f4" providerId="LiveId" clId="{D8BF4144-3FF5-47E3-9A43-F2616D763039}" dt="2024-11-15T07:54:42.453" v="15194" actId="165"/>
          <ac:spMkLst>
            <pc:docMk/>
            <pc:sldMk cId="1442247430" sldId="390"/>
            <ac:spMk id="225" creationId="{24A9A7A3-595F-7CDC-7E57-BE924CCB4775}"/>
          </ac:spMkLst>
        </pc:spChg>
        <pc:spChg chg="mod">
          <ac:chgData name="Sunbin Kim" userId="54d11c9c6284e2f4" providerId="LiveId" clId="{D8BF4144-3FF5-47E3-9A43-F2616D763039}" dt="2024-11-15T07:54:55.402" v="15212" actId="165"/>
          <ac:spMkLst>
            <pc:docMk/>
            <pc:sldMk cId="1442247430" sldId="390"/>
            <ac:spMk id="269" creationId="{EB75B2C5-579F-6F52-1225-0886604979FE}"/>
          </ac:spMkLst>
        </pc:spChg>
        <pc:spChg chg="mod">
          <ac:chgData name="Sunbin Kim" userId="54d11c9c6284e2f4" providerId="LiveId" clId="{D8BF4144-3FF5-47E3-9A43-F2616D763039}" dt="2024-11-15T07:54:55.402" v="15212" actId="165"/>
          <ac:spMkLst>
            <pc:docMk/>
            <pc:sldMk cId="1442247430" sldId="390"/>
            <ac:spMk id="270" creationId="{1F274EFD-6DE5-AA7C-0F7D-66918A32A582}"/>
          </ac:spMkLst>
        </pc:spChg>
        <pc:spChg chg="mod">
          <ac:chgData name="Sunbin Kim" userId="54d11c9c6284e2f4" providerId="LiveId" clId="{D8BF4144-3FF5-47E3-9A43-F2616D763039}" dt="2024-11-15T07:54:55.402" v="15212" actId="165"/>
          <ac:spMkLst>
            <pc:docMk/>
            <pc:sldMk cId="1442247430" sldId="390"/>
            <ac:spMk id="271" creationId="{7A8A3A2B-DB23-2C3F-E8DF-672927B9E91B}"/>
          </ac:spMkLst>
        </pc:spChg>
        <pc:spChg chg="mod">
          <ac:chgData name="Sunbin Kim" userId="54d11c9c6284e2f4" providerId="LiveId" clId="{D8BF4144-3FF5-47E3-9A43-F2616D763039}" dt="2024-11-15T07:54:55.402" v="15212" actId="165"/>
          <ac:spMkLst>
            <pc:docMk/>
            <pc:sldMk cId="1442247430" sldId="390"/>
            <ac:spMk id="272" creationId="{CB2F1C86-1CD5-32DD-0E0E-BCAFDD282F9B}"/>
          </ac:spMkLst>
        </pc:spChg>
        <pc:spChg chg="mod">
          <ac:chgData name="Sunbin Kim" userId="54d11c9c6284e2f4" providerId="LiveId" clId="{D8BF4144-3FF5-47E3-9A43-F2616D763039}" dt="2024-11-15T07:54:42.453" v="15194" actId="165"/>
          <ac:spMkLst>
            <pc:docMk/>
            <pc:sldMk cId="1442247430" sldId="390"/>
            <ac:spMk id="282" creationId="{3CEC3E5F-1DBE-FC66-BD2C-FDF3F0C1E7CC}"/>
          </ac:spMkLst>
        </pc:spChg>
        <pc:spChg chg="mod">
          <ac:chgData name="Sunbin Kim" userId="54d11c9c6284e2f4" providerId="LiveId" clId="{D8BF4144-3FF5-47E3-9A43-F2616D763039}" dt="2024-11-15T07:54:42.453" v="15194" actId="165"/>
          <ac:spMkLst>
            <pc:docMk/>
            <pc:sldMk cId="1442247430" sldId="390"/>
            <ac:spMk id="284" creationId="{0FE0BD76-4835-E6D2-BFF8-14A09D4E787B}"/>
          </ac:spMkLst>
        </pc:spChg>
        <pc:spChg chg="mod">
          <ac:chgData name="Sunbin Kim" userId="54d11c9c6284e2f4" providerId="LiveId" clId="{D8BF4144-3FF5-47E3-9A43-F2616D763039}" dt="2024-11-15T07:54:42.453" v="15194" actId="165"/>
          <ac:spMkLst>
            <pc:docMk/>
            <pc:sldMk cId="1442247430" sldId="390"/>
            <ac:spMk id="285" creationId="{1251F014-5B80-6E0F-FE1A-08F39BEB91A9}"/>
          </ac:spMkLst>
        </pc:spChg>
        <pc:grpChg chg="add mod">
          <ac:chgData name="Sunbin Kim" userId="54d11c9c6284e2f4" providerId="LiveId" clId="{D8BF4144-3FF5-47E3-9A43-F2616D763039}" dt="2024-11-15T07:51:33.637" v="14745" actId="1035"/>
          <ac:grpSpMkLst>
            <pc:docMk/>
            <pc:sldMk cId="1442247430" sldId="390"/>
            <ac:grpSpMk id="2" creationId="{473B703F-789F-70B9-DFE6-9C87D00E0DC0}"/>
          </ac:grpSpMkLst>
        </pc:grpChg>
        <pc:grpChg chg="mod">
          <ac:chgData name="Sunbin Kim" userId="54d11c9c6284e2f4" providerId="LiveId" clId="{D8BF4144-3FF5-47E3-9A43-F2616D763039}" dt="2024-11-15T07:50:59.154" v="14655" actId="571"/>
          <ac:grpSpMkLst>
            <pc:docMk/>
            <pc:sldMk cId="1442247430" sldId="390"/>
            <ac:grpSpMk id="3" creationId="{67AB2D10-D5EB-FD4C-E940-939919FDB259}"/>
          </ac:grpSpMkLst>
        </pc:grpChg>
        <pc:grpChg chg="mod topLvl">
          <ac:chgData name="Sunbin Kim" userId="54d11c9c6284e2f4" providerId="LiveId" clId="{D8BF4144-3FF5-47E3-9A43-F2616D763039}" dt="2024-11-15T07:57:57.663" v="15474" actId="164"/>
          <ac:grpSpMkLst>
            <pc:docMk/>
            <pc:sldMk cId="1442247430" sldId="390"/>
            <ac:grpSpMk id="6" creationId="{5CD7403F-F077-4971-A6BA-E63B9CF03750}"/>
          </ac:grpSpMkLst>
        </pc:grpChg>
        <pc:grpChg chg="mod topLvl">
          <ac:chgData name="Sunbin Kim" userId="54d11c9c6284e2f4" providerId="LiveId" clId="{D8BF4144-3FF5-47E3-9A43-F2616D763039}" dt="2024-11-15T07:58:00.521" v="15475" actId="164"/>
          <ac:grpSpMkLst>
            <pc:docMk/>
            <pc:sldMk cId="1442247430" sldId="390"/>
            <ac:grpSpMk id="15" creationId="{E053E73E-7722-4F28-8290-ED739607D886}"/>
          </ac:grpSpMkLst>
        </pc:grpChg>
        <pc:grpChg chg="mod topLvl">
          <ac:chgData name="Sunbin Kim" userId="54d11c9c6284e2f4" providerId="LiveId" clId="{D8BF4144-3FF5-47E3-9A43-F2616D763039}" dt="2024-11-15T07:58:00.521" v="15475" actId="164"/>
          <ac:grpSpMkLst>
            <pc:docMk/>
            <pc:sldMk cId="1442247430" sldId="390"/>
            <ac:grpSpMk id="16" creationId="{E34BAF8D-47DD-40F8-8785-F4EA0A109048}"/>
          </ac:grpSpMkLst>
        </pc:grpChg>
        <pc:grpChg chg="mod topLvl">
          <ac:chgData name="Sunbin Kim" userId="54d11c9c6284e2f4" providerId="LiveId" clId="{D8BF4144-3FF5-47E3-9A43-F2616D763039}" dt="2024-11-15T07:58:00.521" v="15475" actId="164"/>
          <ac:grpSpMkLst>
            <pc:docMk/>
            <pc:sldMk cId="1442247430" sldId="390"/>
            <ac:grpSpMk id="19" creationId="{7BD7393E-0CF6-4A9D-9648-5B7D14F77CB3}"/>
          </ac:grpSpMkLst>
        </pc:grpChg>
        <pc:grpChg chg="mod topLvl">
          <ac:chgData name="Sunbin Kim" userId="54d11c9c6284e2f4" providerId="LiveId" clId="{D8BF4144-3FF5-47E3-9A43-F2616D763039}" dt="2024-11-15T07:57:57.663" v="15474" actId="164"/>
          <ac:grpSpMkLst>
            <pc:docMk/>
            <pc:sldMk cId="1442247430" sldId="390"/>
            <ac:grpSpMk id="20" creationId="{96BB591E-C0D7-4260-8744-B5576AAD72BF}"/>
          </ac:grpSpMkLst>
        </pc:grpChg>
        <pc:grpChg chg="mod topLvl">
          <ac:chgData name="Sunbin Kim" userId="54d11c9c6284e2f4" providerId="LiveId" clId="{D8BF4144-3FF5-47E3-9A43-F2616D763039}" dt="2024-11-15T07:57:51.027" v="15456" actId="164"/>
          <ac:grpSpMkLst>
            <pc:docMk/>
            <pc:sldMk cId="1442247430" sldId="390"/>
            <ac:grpSpMk id="24" creationId="{B48ED1E9-C99F-B242-A78A-BB4420D36097}"/>
          </ac:grpSpMkLst>
        </pc:grpChg>
        <pc:grpChg chg="add mod topLvl">
          <ac:chgData name="Sunbin Kim" userId="54d11c9c6284e2f4" providerId="LiveId" clId="{D8BF4144-3FF5-47E3-9A43-F2616D763039}" dt="2024-11-15T07:58:00.521" v="15475" actId="164"/>
          <ac:grpSpMkLst>
            <pc:docMk/>
            <pc:sldMk cId="1442247430" sldId="390"/>
            <ac:grpSpMk id="53" creationId="{F4E0EDFA-EFEF-F022-7AB6-8C96E520EBCF}"/>
          </ac:grpSpMkLst>
        </pc:grpChg>
        <pc:grpChg chg="add mod">
          <ac:chgData name="Sunbin Kim" userId="54d11c9c6284e2f4" providerId="LiveId" clId="{D8BF4144-3FF5-47E3-9A43-F2616D763039}" dt="2024-11-15T07:57:51.027" v="15456" actId="164"/>
          <ac:grpSpMkLst>
            <pc:docMk/>
            <pc:sldMk cId="1442247430" sldId="390"/>
            <ac:grpSpMk id="55" creationId="{C02747C4-20DA-177F-9522-D2598B055654}"/>
          </ac:grpSpMkLst>
        </pc:grpChg>
        <pc:grpChg chg="mod">
          <ac:chgData name="Sunbin Kim" userId="54d11c9c6284e2f4" providerId="LiveId" clId="{D8BF4144-3FF5-47E3-9A43-F2616D763039}" dt="2024-11-15T07:54:27.076" v="15160" actId="571"/>
          <ac:grpSpMkLst>
            <pc:docMk/>
            <pc:sldMk cId="1442247430" sldId="390"/>
            <ac:grpSpMk id="57" creationId="{7E9288DE-A724-5B0E-969D-C5C9683A1835}"/>
          </ac:grpSpMkLst>
        </pc:grpChg>
        <pc:grpChg chg="add mod">
          <ac:chgData name="Sunbin Kim" userId="54d11c9c6284e2f4" providerId="LiveId" clId="{D8BF4144-3FF5-47E3-9A43-F2616D763039}" dt="2024-11-15T07:57:57.663" v="15474" actId="164"/>
          <ac:grpSpMkLst>
            <pc:docMk/>
            <pc:sldMk cId="1442247430" sldId="390"/>
            <ac:grpSpMk id="65" creationId="{B4A54C88-40A2-D66C-67AB-05861FA7521C}"/>
          </ac:grpSpMkLst>
        </pc:grpChg>
        <pc:grpChg chg="add mod">
          <ac:chgData name="Sunbin Kim" userId="54d11c9c6284e2f4" providerId="LiveId" clId="{D8BF4144-3FF5-47E3-9A43-F2616D763039}" dt="2024-11-15T07:57:57.663" v="15474" actId="164"/>
          <ac:grpSpMkLst>
            <pc:docMk/>
            <pc:sldMk cId="1442247430" sldId="390"/>
            <ac:grpSpMk id="68" creationId="{CD803232-0A29-4520-FDCE-05D2B664BF75}"/>
          </ac:grpSpMkLst>
        </pc:grpChg>
        <pc:grpChg chg="add mod">
          <ac:chgData name="Sunbin Kim" userId="54d11c9c6284e2f4" providerId="LiveId" clId="{D8BF4144-3FF5-47E3-9A43-F2616D763039}" dt="2024-11-15T07:57:57.663" v="15474" actId="164"/>
          <ac:grpSpMkLst>
            <pc:docMk/>
            <pc:sldMk cId="1442247430" sldId="390"/>
            <ac:grpSpMk id="71" creationId="{1385F4B2-7E4E-7B92-6205-47A60BEB5F20}"/>
          </ac:grpSpMkLst>
        </pc:grpChg>
        <pc:grpChg chg="add mod">
          <ac:chgData name="Sunbin Kim" userId="54d11c9c6284e2f4" providerId="LiveId" clId="{D8BF4144-3FF5-47E3-9A43-F2616D763039}" dt="2024-11-15T07:57:51.027" v="15456" actId="164"/>
          <ac:grpSpMkLst>
            <pc:docMk/>
            <pc:sldMk cId="1442247430" sldId="390"/>
            <ac:grpSpMk id="78" creationId="{7A2729A1-A83F-D87E-EB7B-8497EA6DD9F1}"/>
          </ac:grpSpMkLst>
        </pc:grpChg>
        <pc:grpChg chg="add mod">
          <ac:chgData name="Sunbin Kim" userId="54d11c9c6284e2f4" providerId="LiveId" clId="{D8BF4144-3FF5-47E3-9A43-F2616D763039}" dt="2024-11-15T07:57:51.027" v="15456" actId="164"/>
          <ac:grpSpMkLst>
            <pc:docMk/>
            <pc:sldMk cId="1442247430" sldId="390"/>
            <ac:grpSpMk id="81" creationId="{4109D7D0-0F7A-E0AB-97C3-527DB35709DB}"/>
          </ac:grpSpMkLst>
        </pc:grpChg>
        <pc:grpChg chg="add mod">
          <ac:chgData name="Sunbin Kim" userId="54d11c9c6284e2f4" providerId="LiveId" clId="{D8BF4144-3FF5-47E3-9A43-F2616D763039}" dt="2024-11-15T07:57:53.840" v="15473" actId="1035"/>
          <ac:grpSpMkLst>
            <pc:docMk/>
            <pc:sldMk cId="1442247430" sldId="390"/>
            <ac:grpSpMk id="91" creationId="{AFA10E29-E39B-0C5B-512A-13FB5900CEB3}"/>
          </ac:grpSpMkLst>
        </pc:grpChg>
        <pc:grpChg chg="add mod">
          <ac:chgData name="Sunbin Kim" userId="54d11c9c6284e2f4" providerId="LiveId" clId="{D8BF4144-3FF5-47E3-9A43-F2616D763039}" dt="2024-11-15T07:58:04.345" v="15476" actId="465"/>
          <ac:grpSpMkLst>
            <pc:docMk/>
            <pc:sldMk cId="1442247430" sldId="390"/>
            <ac:grpSpMk id="92" creationId="{E667BA00-C574-6341-CD6B-5BB755F1F578}"/>
          </ac:grpSpMkLst>
        </pc:grpChg>
        <pc:grpChg chg="add mod">
          <ac:chgData name="Sunbin Kim" userId="54d11c9c6284e2f4" providerId="LiveId" clId="{D8BF4144-3FF5-47E3-9A43-F2616D763039}" dt="2024-11-15T07:58:21.731" v="15481" actId="1076"/>
          <ac:grpSpMkLst>
            <pc:docMk/>
            <pc:sldMk cId="1442247430" sldId="390"/>
            <ac:grpSpMk id="93" creationId="{3E4A5F16-9E14-872F-096C-D839BA95DE43}"/>
          </ac:grpSpMkLst>
        </pc:grpChg>
        <pc:grpChg chg="mod">
          <ac:chgData name="Sunbin Kim" userId="54d11c9c6284e2f4" providerId="LiveId" clId="{D8BF4144-3FF5-47E3-9A43-F2616D763039}" dt="2024-11-15T07:58:00.521" v="15475" actId="164"/>
          <ac:grpSpMkLst>
            <pc:docMk/>
            <pc:sldMk cId="1442247430" sldId="390"/>
            <ac:grpSpMk id="129" creationId="{101C339F-B274-4A77-B31F-E3106F5DB74D}"/>
          </ac:grpSpMkLst>
        </pc:grpChg>
        <pc:grpChg chg="mod">
          <ac:chgData name="Sunbin Kim" userId="54d11c9c6284e2f4" providerId="LiveId" clId="{D8BF4144-3FF5-47E3-9A43-F2616D763039}" dt="2024-11-15T07:51:26.188" v="14738" actId="14100"/>
          <ac:grpSpMkLst>
            <pc:docMk/>
            <pc:sldMk cId="1442247430" sldId="390"/>
            <ac:grpSpMk id="132" creationId="{73C16A33-80A3-949E-0D8A-76705D22FF0B}"/>
          </ac:grpSpMkLst>
        </pc:grpChg>
        <pc:grpChg chg="mod">
          <ac:chgData name="Sunbin Kim" userId="54d11c9c6284e2f4" providerId="LiveId" clId="{D8BF4144-3FF5-47E3-9A43-F2616D763039}" dt="2024-11-15T07:51:38.730" v="14748" actId="465"/>
          <ac:grpSpMkLst>
            <pc:docMk/>
            <pc:sldMk cId="1442247430" sldId="390"/>
            <ac:grpSpMk id="138" creationId="{BC34B4B0-DD9C-F1CC-A56F-42BD19AA05AA}"/>
          </ac:grpSpMkLst>
        </pc:grpChg>
        <pc:grpChg chg="mod">
          <ac:chgData name="Sunbin Kim" userId="54d11c9c6284e2f4" providerId="LiveId" clId="{D8BF4144-3FF5-47E3-9A43-F2616D763039}" dt="2024-11-15T07:51:38.730" v="14748" actId="465"/>
          <ac:grpSpMkLst>
            <pc:docMk/>
            <pc:sldMk cId="1442247430" sldId="390"/>
            <ac:grpSpMk id="167" creationId="{28AAAF3C-EBDA-526A-D6A5-05BDB955F065}"/>
          </ac:grpSpMkLst>
        </pc:grpChg>
        <pc:grpChg chg="mod">
          <ac:chgData name="Sunbin Kim" userId="54d11c9c6284e2f4" providerId="LiveId" clId="{D8BF4144-3FF5-47E3-9A43-F2616D763039}" dt="2024-11-15T07:50:27.318" v="14492"/>
          <ac:grpSpMkLst>
            <pc:docMk/>
            <pc:sldMk cId="1442247430" sldId="390"/>
            <ac:grpSpMk id="168" creationId="{FDE44A1A-0028-9865-2EF2-BB205F21EC03}"/>
          </ac:grpSpMkLst>
        </pc:grpChg>
        <pc:grpChg chg="mod">
          <ac:chgData name="Sunbin Kim" userId="54d11c9c6284e2f4" providerId="LiveId" clId="{D8BF4144-3FF5-47E3-9A43-F2616D763039}" dt="2024-11-15T07:51:38.730" v="14748" actId="465"/>
          <ac:grpSpMkLst>
            <pc:docMk/>
            <pc:sldMk cId="1442247430" sldId="390"/>
            <ac:grpSpMk id="173" creationId="{14D6A450-F56C-D148-758E-62DC26D828C0}"/>
          </ac:grpSpMkLst>
        </pc:grpChg>
        <pc:grpChg chg="mod">
          <ac:chgData name="Sunbin Kim" userId="54d11c9c6284e2f4" providerId="LiveId" clId="{D8BF4144-3FF5-47E3-9A43-F2616D763039}" dt="2024-11-15T07:51:38.730" v="14748" actId="465"/>
          <ac:grpSpMkLst>
            <pc:docMk/>
            <pc:sldMk cId="1442247430" sldId="390"/>
            <ac:grpSpMk id="179" creationId="{557BE85F-F85C-54F4-8251-6BC4831904B6}"/>
          </ac:grpSpMkLst>
        </pc:grpChg>
        <pc:grpChg chg="mod">
          <ac:chgData name="Sunbin Kim" userId="54d11c9c6284e2f4" providerId="LiveId" clId="{D8BF4144-3FF5-47E3-9A43-F2616D763039}" dt="2024-11-15T07:54:42.453" v="15194" actId="165"/>
          <ac:grpSpMkLst>
            <pc:docMk/>
            <pc:sldMk cId="1442247430" sldId="390"/>
            <ac:grpSpMk id="283" creationId="{A57E0766-1D86-5979-CC51-F1D292D7C080}"/>
          </ac:grpSpMkLst>
        </pc:grpChg>
        <pc:picChg chg="mod">
          <ac:chgData name="Sunbin Kim" userId="54d11c9c6284e2f4" providerId="LiveId" clId="{D8BF4144-3FF5-47E3-9A43-F2616D763039}" dt="2024-11-15T07:56:24.238" v="15292" actId="34135"/>
          <ac:picMkLst>
            <pc:docMk/>
            <pc:sldMk cId="1442247430" sldId="390"/>
            <ac:picMk id="121" creationId="{15581800-8F84-A6A4-8DBF-9CF681EF831C}"/>
          </ac:picMkLst>
        </pc:picChg>
      </pc:sldChg>
      <pc:sldChg chg="add del">
        <pc:chgData name="Sunbin Kim" userId="54d11c9c6284e2f4" providerId="LiveId" clId="{D8BF4144-3FF5-47E3-9A43-F2616D763039}" dt="2024-11-15T08:01:08.785" v="15566" actId="47"/>
        <pc:sldMkLst>
          <pc:docMk/>
          <pc:sldMk cId="169768063" sldId="391"/>
        </pc:sldMkLst>
      </pc:sldChg>
      <pc:sldChg chg="addSp delSp modSp add mod">
        <pc:chgData name="Sunbin Kim" userId="54d11c9c6284e2f4" providerId="LiveId" clId="{D8BF4144-3FF5-47E3-9A43-F2616D763039}" dt="2024-11-15T08:01:23.922" v="15567"/>
        <pc:sldMkLst>
          <pc:docMk/>
          <pc:sldMk cId="2360777462" sldId="392"/>
        </pc:sldMkLst>
        <pc:spChg chg="mod">
          <ac:chgData name="Sunbin Kim" userId="54d11c9c6284e2f4" providerId="LiveId" clId="{D8BF4144-3FF5-47E3-9A43-F2616D763039}" dt="2024-11-15T07:59:27.951" v="15497" actId="6549"/>
          <ac:spMkLst>
            <pc:docMk/>
            <pc:sldMk cId="2360777462" sldId="392"/>
            <ac:spMk id="8" creationId="{C53C82DB-FF76-D878-1952-2C430694B4C5}"/>
          </ac:spMkLst>
        </pc:spChg>
        <pc:spChg chg="mod">
          <ac:chgData name="Sunbin Kim" userId="54d11c9c6284e2f4" providerId="LiveId" clId="{D8BF4144-3FF5-47E3-9A43-F2616D763039}" dt="2024-11-15T07:59:46.979" v="15554" actId="6549"/>
          <ac:spMkLst>
            <pc:docMk/>
            <pc:sldMk cId="2360777462" sldId="392"/>
            <ac:spMk id="10" creationId="{DBD2CD8E-A650-729C-6EFC-8A305ABCB71F}"/>
          </ac:spMkLst>
        </pc:spChg>
      </pc:sldChg>
      <pc:sldChg chg="modSp add mod">
        <pc:chgData name="Sunbin Kim" userId="54d11c9c6284e2f4" providerId="LiveId" clId="{D8BF4144-3FF5-47E3-9A43-F2616D763039}" dt="2024-11-15T08:04:43.828" v="15616" actId="20577"/>
        <pc:sldMkLst>
          <pc:docMk/>
          <pc:sldMk cId="1126046982" sldId="393"/>
        </pc:sldMkLst>
        <pc:spChg chg="mod">
          <ac:chgData name="Sunbin Kim" userId="54d11c9c6284e2f4" providerId="LiveId" clId="{D8BF4144-3FF5-47E3-9A43-F2616D763039}" dt="2024-11-15T08:04:43.828" v="15616" actId="20577"/>
          <ac:spMkLst>
            <pc:docMk/>
            <pc:sldMk cId="1126046982" sldId="393"/>
            <ac:spMk id="109" creationId="{60817138-1A41-56C8-84CB-33F8280A3B44}"/>
          </ac:spMkLst>
        </pc:spChg>
      </pc:sldChg>
      <pc:sldChg chg="addSp modSp add del">
        <pc:chgData name="Sunbin Kim" userId="54d11c9c6284e2f4" providerId="LiveId" clId="{D8BF4144-3FF5-47E3-9A43-F2616D763039}" dt="2024-11-15T08:11:00.222" v="15740"/>
        <pc:sldMkLst>
          <pc:docMk/>
          <pc:sldMk cId="1311301918" sldId="394"/>
        </pc:sldMkLst>
      </pc:sldChg>
      <pc:sldChg chg="add">
        <pc:chgData name="Sunbin Kim" userId="54d11c9c6284e2f4" providerId="LiveId" clId="{D8BF4144-3FF5-47E3-9A43-F2616D763039}" dt="2024-11-15T08:14:53.347" v="15962"/>
        <pc:sldMkLst>
          <pc:docMk/>
          <pc:sldMk cId="2327872109" sldId="394"/>
        </pc:sldMkLst>
      </pc:sldChg>
      <pc:sldMasterChg chg="modSldLayout">
        <pc:chgData name="Sunbin Kim" userId="54d11c9c6284e2f4" providerId="LiveId" clId="{D8BF4144-3FF5-47E3-9A43-F2616D763039}" dt="2024-11-15T08:00:41.067" v="15565"/>
        <pc:sldMasterMkLst>
          <pc:docMk/>
          <pc:sldMasterMk cId="2934115242" sldId="2147483648"/>
        </pc:sldMasterMkLst>
        <pc:sldLayoutChg chg="addSp delSp modSp mod">
          <pc:chgData name="Sunbin Kim" userId="54d11c9c6284e2f4" providerId="LiveId" clId="{D8BF4144-3FF5-47E3-9A43-F2616D763039}" dt="2024-11-15T08:00:34.049" v="15563"/>
          <pc:sldLayoutMkLst>
            <pc:docMk/>
            <pc:sldMasterMk cId="2934115242" sldId="2147483648"/>
            <pc:sldLayoutMk cId="1380589681" sldId="2147483649"/>
          </pc:sldLayoutMkLst>
          <pc:picChg chg="add mod">
            <ac:chgData name="Sunbin Kim" userId="54d11c9c6284e2f4" providerId="LiveId" clId="{D8BF4144-3FF5-47E3-9A43-F2616D763039}" dt="2024-11-15T08:00:34.049" v="15563"/>
            <ac:picMkLst>
              <pc:docMk/>
              <pc:sldMasterMk cId="2934115242" sldId="2147483648"/>
              <pc:sldLayoutMk cId="1380589681" sldId="2147483649"/>
              <ac:picMk id="2" creationId="{98DA2AE8-9039-B43A-EED6-B1CC7E2C22FA}"/>
            </ac:picMkLst>
          </pc:picChg>
        </pc:sldLayoutChg>
        <pc:sldLayoutChg chg="addSp delSp modSp mod">
          <pc:chgData name="Sunbin Kim" userId="54d11c9c6284e2f4" providerId="LiveId" clId="{D8BF4144-3FF5-47E3-9A43-F2616D763039}" dt="2024-11-15T08:00:27.438" v="15561"/>
          <pc:sldLayoutMkLst>
            <pc:docMk/>
            <pc:sldMasterMk cId="2934115242" sldId="2147483648"/>
            <pc:sldLayoutMk cId="3331592360" sldId="2147483657"/>
          </pc:sldLayoutMkLst>
          <pc:picChg chg="add mod">
            <ac:chgData name="Sunbin Kim" userId="54d11c9c6284e2f4" providerId="LiveId" clId="{D8BF4144-3FF5-47E3-9A43-F2616D763039}" dt="2024-11-15T08:00:27.356" v="15560"/>
            <ac:picMkLst>
              <pc:docMk/>
              <pc:sldMasterMk cId="2934115242" sldId="2147483648"/>
              <pc:sldLayoutMk cId="3331592360" sldId="2147483657"/>
              <ac:picMk id="2" creationId="{75E05AD4-0C47-B06E-AE13-ACFCE5F40329}"/>
            </ac:picMkLst>
          </pc:picChg>
        </pc:sldLayoutChg>
        <pc:sldLayoutChg chg="addSp delSp modSp mod">
          <pc:chgData name="Sunbin Kim" userId="54d11c9c6284e2f4" providerId="LiveId" clId="{D8BF4144-3FF5-47E3-9A43-F2616D763039}" dt="2024-11-15T08:00:16.753" v="15558"/>
          <pc:sldLayoutMkLst>
            <pc:docMk/>
            <pc:sldMasterMk cId="2934115242" sldId="2147483648"/>
            <pc:sldLayoutMk cId="2792733257" sldId="2147483658"/>
          </pc:sldLayoutMkLst>
          <pc:spChg chg="mod">
            <ac:chgData name="Sunbin Kim" userId="54d11c9c6284e2f4" providerId="LiveId" clId="{D8BF4144-3FF5-47E3-9A43-F2616D763039}" dt="2024-11-15T08:00:16.753" v="15558"/>
            <ac:spMkLst>
              <pc:docMk/>
              <pc:sldMasterMk cId="2934115242" sldId="2147483648"/>
              <pc:sldLayoutMk cId="2792733257" sldId="2147483658"/>
              <ac:spMk id="13" creationId="{200AAA5E-AA74-A39A-F805-8033B138EA23}"/>
            </ac:spMkLst>
          </pc:spChg>
          <pc:spChg chg="add mod">
            <ac:chgData name="Sunbin Kim" userId="54d11c9c6284e2f4" providerId="LiveId" clId="{D8BF4144-3FF5-47E3-9A43-F2616D763039}" dt="2024-11-15T08:00:16.753" v="15558"/>
            <ac:spMkLst>
              <pc:docMk/>
              <pc:sldMasterMk cId="2934115242" sldId="2147483648"/>
              <pc:sldLayoutMk cId="2792733257" sldId="2147483658"/>
              <ac:spMk id="14" creationId="{4FE5919A-369E-1DD3-B897-B76394B721A5}"/>
            </ac:spMkLst>
          </pc:spChg>
          <pc:grpChg chg="add mod">
            <ac:chgData name="Sunbin Kim" userId="54d11c9c6284e2f4" providerId="LiveId" clId="{D8BF4144-3FF5-47E3-9A43-F2616D763039}" dt="2024-11-15T08:00:16.753" v="15558"/>
            <ac:grpSpMkLst>
              <pc:docMk/>
              <pc:sldMasterMk cId="2934115242" sldId="2147483648"/>
              <pc:sldLayoutMk cId="2792733257" sldId="2147483658"/>
              <ac:grpSpMk id="11" creationId="{B566B3C7-1177-D31B-17AF-6EF40ACF82F7}"/>
            </ac:grpSpMkLst>
          </pc:grpChg>
          <pc:picChg chg="add mod">
            <ac:chgData name="Sunbin Kim" userId="54d11c9c6284e2f4" providerId="LiveId" clId="{D8BF4144-3FF5-47E3-9A43-F2616D763039}" dt="2024-11-15T08:00:16.753" v="15558"/>
            <ac:picMkLst>
              <pc:docMk/>
              <pc:sldMasterMk cId="2934115242" sldId="2147483648"/>
              <pc:sldLayoutMk cId="2792733257" sldId="2147483658"/>
              <ac:picMk id="10" creationId="{4887FDE4-FA6E-706A-8F89-45067EBA2935}"/>
            </ac:picMkLst>
          </pc:picChg>
          <pc:picChg chg="mod">
            <ac:chgData name="Sunbin Kim" userId="54d11c9c6284e2f4" providerId="LiveId" clId="{D8BF4144-3FF5-47E3-9A43-F2616D763039}" dt="2024-11-15T08:00:16.753" v="15558"/>
            <ac:picMkLst>
              <pc:docMk/>
              <pc:sldMasterMk cId="2934115242" sldId="2147483648"/>
              <pc:sldLayoutMk cId="2792733257" sldId="2147483658"/>
              <ac:picMk id="12" creationId="{8818902F-59DD-CC44-172F-FCE42C36BB3D}"/>
            </ac:picMkLst>
          </pc:picChg>
        </pc:sldLayoutChg>
        <pc:sldLayoutChg chg="addSp delSp modSp mod">
          <pc:chgData name="Sunbin Kim" userId="54d11c9c6284e2f4" providerId="LiveId" clId="{D8BF4144-3FF5-47E3-9A43-F2616D763039}" dt="2024-11-15T08:00:41.067" v="15565"/>
          <pc:sldLayoutMkLst>
            <pc:docMk/>
            <pc:sldMasterMk cId="2934115242" sldId="2147483648"/>
            <pc:sldLayoutMk cId="257137946" sldId="2147483661"/>
          </pc:sldLayoutMkLst>
          <pc:picChg chg="add mod">
            <ac:chgData name="Sunbin Kim" userId="54d11c9c6284e2f4" providerId="LiveId" clId="{D8BF4144-3FF5-47E3-9A43-F2616D763039}" dt="2024-11-15T08:00:41.067" v="15565"/>
            <ac:picMkLst>
              <pc:docMk/>
              <pc:sldMasterMk cId="2934115242" sldId="2147483648"/>
              <pc:sldLayoutMk cId="257137946" sldId="2147483661"/>
              <ac:picMk id="2" creationId="{6D7428E0-E90A-CF7E-E292-98478BF4C06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4E5AA-A8E7-4F08-BDF6-A13B2782DF3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893A6-F10B-41E7-B16C-C7CF3247A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050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893A6-F10B-41E7-B16C-C7CF3247AEB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377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C3407-354B-0EBF-EFB7-1139C1A8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174722-6F20-6F0C-D55B-1AF42184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2BB84-04F8-78B1-9C0C-67FDB277E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A51446-6F6F-AD31-E772-FD15CB52D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F5A97-08F0-4553-91EA-CDA438225CD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091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C3407-354B-0EBF-EFB7-1139C1A8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174722-6F20-6F0C-D55B-1AF42184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2BB84-04F8-78B1-9C0C-67FDB277E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A51446-6F6F-AD31-E772-FD15CB52D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F5A97-08F0-4553-91EA-CDA438225CD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202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C3407-354B-0EBF-EFB7-1139C1A8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174722-6F20-6F0C-D55B-1AF42184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2BB84-04F8-78B1-9C0C-67FDB277E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A51446-6F6F-AD31-E772-FD15CB52D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F5A97-08F0-4553-91EA-CDA438225CD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260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C3407-354B-0EBF-EFB7-1139C1A8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174722-6F20-6F0C-D55B-1AF42184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2BB84-04F8-78B1-9C0C-67FDB277E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A51446-6F6F-AD31-E772-FD15CB52D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F5A97-08F0-4553-91EA-CDA438225CD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892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C3407-354B-0EBF-EFB7-1139C1A8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174722-6F20-6F0C-D55B-1AF42184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2BB84-04F8-78B1-9C0C-67FDB277E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A51446-6F6F-AD31-E772-FD15CB52D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F5A97-08F0-4553-91EA-CDA438225CD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777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C3407-354B-0EBF-EFB7-1139C1A8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174722-6F20-6F0C-D55B-1AF42184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2BB84-04F8-78B1-9C0C-67FDB277E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A51446-6F6F-AD31-E772-FD15CB52D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F5A97-08F0-4553-91EA-CDA438225CD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876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C3407-354B-0EBF-EFB7-1139C1A8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174722-6F20-6F0C-D55B-1AF42184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2BB84-04F8-78B1-9C0C-67FDB277E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A51446-6F6F-AD31-E772-FD15CB52D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F5A97-08F0-4553-91EA-CDA438225CD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208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917D593-33E4-4734-954A-03BA468D5E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89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99C9848-710D-4EE0-8EC7-FA989B813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92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129FCD44-C144-4E39-BD99-14BCBA00BCB4}"/>
              </a:ext>
            </a:extLst>
          </p:cNvPr>
          <p:cNvSpPr txBox="1">
            <a:spLocks/>
          </p:cNvSpPr>
          <p:nvPr userDrawn="1"/>
        </p:nvSpPr>
        <p:spPr>
          <a:xfrm>
            <a:off x="5900690" y="6559708"/>
            <a:ext cx="338234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en-US" altLang="ko-KR" sz="800" smtClean="0">
                <a:solidFill>
                  <a:schemeClr val="bg1">
                    <a:lumMod val="50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pPr algn="ctr" defTabSz="973855" fontAlgn="base">
              <a:spcBef>
                <a:spcPct val="0"/>
              </a:spcBef>
              <a:spcAft>
                <a:spcPct val="0"/>
              </a:spcAft>
              <a:defRPr/>
            </a:pPr>
            <a:fld id="{2CD3CA5D-2AAB-46D2-A44D-6096F3F45E01}" type="slidenum">
              <a:rPr sz="1100" kern="1200">
                <a:ln w="127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pPr algn="ctr" defTabSz="973855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 sz="1100" kern="1200" dirty="0">
              <a:ln w="127"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DB11FDA-D4C6-429A-9409-60253C3B645B}"/>
              </a:ext>
            </a:extLst>
          </p:cNvPr>
          <p:cNvGrpSpPr/>
          <p:nvPr userDrawn="1"/>
        </p:nvGrpSpPr>
        <p:grpSpPr>
          <a:xfrm>
            <a:off x="5827204" y="6644346"/>
            <a:ext cx="485206" cy="0"/>
            <a:chOff x="5055394" y="7472095"/>
            <a:chExt cx="816769" cy="0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CCBFE4F-4D87-467B-94BB-3A7354F0CBC1}"/>
                </a:ext>
              </a:extLst>
            </p:cNvPr>
            <p:cNvCxnSpPr>
              <a:cxnSpLocks/>
            </p:cNvCxnSpPr>
            <p:nvPr/>
          </p:nvCxnSpPr>
          <p:spPr>
            <a:xfrm>
              <a:off x="5710238" y="7472095"/>
              <a:ext cx="161925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2F3A3C1A-99A2-4510-9CC7-4CAA96A46BA3}"/>
                </a:ext>
              </a:extLst>
            </p:cNvPr>
            <p:cNvCxnSpPr>
              <a:cxnSpLocks/>
            </p:cNvCxnSpPr>
            <p:nvPr/>
          </p:nvCxnSpPr>
          <p:spPr>
            <a:xfrm>
              <a:off x="5055394" y="7472095"/>
              <a:ext cx="161925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B1ABBAAD-B37C-444A-B596-34FF6C39C9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0012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그림 83">
            <a:extLst>
              <a:ext uri="{FF2B5EF4-FFF2-40B4-BE49-F238E27FC236}">
                <a16:creationId xmlns:a16="http://schemas.microsoft.com/office/drawing/2014/main" id="{E0A7483E-85AF-4293-85EB-2297B9527C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3B53F60-A6A9-463E-B082-671D005054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70362" r="3449" b="63533"/>
          <a:stretch>
            <a:fillRect/>
          </a:stretch>
        </p:blipFill>
        <p:spPr>
          <a:xfrm>
            <a:off x="10154940" y="0"/>
            <a:ext cx="1800000" cy="288000"/>
          </a:xfrm>
          <a:custGeom>
            <a:avLst/>
            <a:gdLst>
              <a:gd name="connsiteX0" fmla="*/ 0 w 1800000"/>
              <a:gd name="connsiteY0" fmla="*/ 0 h 288000"/>
              <a:gd name="connsiteX1" fmla="*/ 1800000 w 1800000"/>
              <a:gd name="connsiteY1" fmla="*/ 0 h 288000"/>
              <a:gd name="connsiteX2" fmla="*/ 1800000 w 1800000"/>
              <a:gd name="connsiteY2" fmla="*/ 239999 h 288000"/>
              <a:gd name="connsiteX3" fmla="*/ 1751999 w 1800000"/>
              <a:gd name="connsiteY3" fmla="*/ 288000 h 288000"/>
              <a:gd name="connsiteX4" fmla="*/ 48001 w 1800000"/>
              <a:gd name="connsiteY4" fmla="*/ 288000 h 288000"/>
              <a:gd name="connsiteX5" fmla="*/ 0 w 1800000"/>
              <a:gd name="connsiteY5" fmla="*/ 239999 h 2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00000" h="288000">
                <a:moveTo>
                  <a:pt x="0" y="0"/>
                </a:moveTo>
                <a:lnTo>
                  <a:pt x="1800000" y="0"/>
                </a:lnTo>
                <a:lnTo>
                  <a:pt x="1800000" y="239999"/>
                </a:lnTo>
                <a:cubicBezTo>
                  <a:pt x="1800000" y="266509"/>
                  <a:pt x="1778509" y="288000"/>
                  <a:pt x="1751999" y="288000"/>
                </a:cubicBezTo>
                <a:lnTo>
                  <a:pt x="48001" y="288000"/>
                </a:lnTo>
                <a:cubicBezTo>
                  <a:pt x="21491" y="288000"/>
                  <a:pt x="0" y="266509"/>
                  <a:pt x="0" y="239999"/>
                </a:cubicBezTo>
                <a:close/>
              </a:path>
            </a:pathLst>
          </a:custGeom>
          <a:effectLst/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A0F66821-0BDB-4696-8D8B-3FCC5575AA28}"/>
              </a:ext>
            </a:extLst>
          </p:cNvPr>
          <p:cNvGrpSpPr/>
          <p:nvPr userDrawn="1"/>
        </p:nvGrpSpPr>
        <p:grpSpPr>
          <a:xfrm>
            <a:off x="0" y="0"/>
            <a:ext cx="1292346" cy="789767"/>
            <a:chOff x="1207293" y="0"/>
            <a:chExt cx="1296000" cy="792000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2E3D2E39-355A-46D7-BDD7-F9CBCD35347A}"/>
                </a:ext>
              </a:extLst>
            </p:cNvPr>
            <p:cNvSpPr/>
            <p:nvPr userDrawn="1"/>
          </p:nvSpPr>
          <p:spPr>
            <a:xfrm>
              <a:off x="1207293" y="0"/>
              <a:ext cx="1296000" cy="792000"/>
            </a:xfrm>
            <a:custGeom>
              <a:avLst/>
              <a:gdLst>
                <a:gd name="connsiteX0" fmla="*/ 9862281 w 12087225"/>
                <a:gd name="connsiteY0" fmla="*/ 4440841 h 8877300"/>
                <a:gd name="connsiteX1" fmla="*/ 9862281 w 12087225"/>
                <a:gd name="connsiteY1" fmla="*/ 4440841 h 8877300"/>
                <a:gd name="connsiteX2" fmla="*/ 9862281 w 12087225"/>
                <a:gd name="connsiteY2" fmla="*/ 4440936 h 8877300"/>
                <a:gd name="connsiteX3" fmla="*/ 9862281 w 12087225"/>
                <a:gd name="connsiteY3" fmla="*/ 4440460 h 8877300"/>
                <a:gd name="connsiteX4" fmla="*/ 9862281 w 12087225"/>
                <a:gd name="connsiteY4" fmla="*/ 4440746 h 8877300"/>
                <a:gd name="connsiteX5" fmla="*/ 12091511 w 12087225"/>
                <a:gd name="connsiteY5" fmla="*/ 0 h 8877300"/>
                <a:gd name="connsiteX6" fmla="*/ 0 w 12087225"/>
                <a:gd name="connsiteY6" fmla="*/ 0 h 8877300"/>
                <a:gd name="connsiteX7" fmla="*/ 0 w 12087225"/>
                <a:gd name="connsiteY7" fmla="*/ 8881396 h 8877300"/>
                <a:gd name="connsiteX8" fmla="*/ 8518874 w 12087225"/>
                <a:gd name="connsiteY8" fmla="*/ 8881396 h 8877300"/>
                <a:gd name="connsiteX9" fmla="*/ 8518874 w 12087225"/>
                <a:gd name="connsiteY9" fmla="*/ 8881396 h 8877300"/>
                <a:gd name="connsiteX10" fmla="*/ 10843165 w 12087225"/>
                <a:gd name="connsiteY10" fmla="*/ 8881396 h 8877300"/>
                <a:gd name="connsiteX11" fmla="*/ 12091511 w 12087225"/>
                <a:gd name="connsiteY11" fmla="*/ 8881396 h 8877300"/>
                <a:gd name="connsiteX12" fmla="*/ 9862281 w 12087225"/>
                <a:gd name="connsiteY12" fmla="*/ 4440841 h 887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087225" h="8877300">
                  <a:moveTo>
                    <a:pt x="9862281" y="4440841"/>
                  </a:moveTo>
                  <a:lnTo>
                    <a:pt x="9862281" y="4440841"/>
                  </a:lnTo>
                  <a:cubicBezTo>
                    <a:pt x="9862281" y="4440841"/>
                    <a:pt x="9862281" y="4440936"/>
                    <a:pt x="9862281" y="4440936"/>
                  </a:cubicBezTo>
                  <a:lnTo>
                    <a:pt x="9862281" y="4440460"/>
                  </a:lnTo>
                  <a:cubicBezTo>
                    <a:pt x="9862281" y="4440460"/>
                    <a:pt x="9862281" y="4440746"/>
                    <a:pt x="9862281" y="4440746"/>
                  </a:cubicBezTo>
                  <a:cubicBezTo>
                    <a:pt x="9862281" y="4440746"/>
                    <a:pt x="10890695" y="0"/>
                    <a:pt x="12091511" y="0"/>
                  </a:cubicBezTo>
                  <a:lnTo>
                    <a:pt x="0" y="0"/>
                  </a:lnTo>
                  <a:lnTo>
                    <a:pt x="0" y="8881396"/>
                  </a:lnTo>
                  <a:lnTo>
                    <a:pt x="8518874" y="8881396"/>
                  </a:lnTo>
                  <a:lnTo>
                    <a:pt x="8518874" y="8881396"/>
                  </a:lnTo>
                  <a:cubicBezTo>
                    <a:pt x="8518874" y="8881396"/>
                    <a:pt x="10843165" y="8881396"/>
                    <a:pt x="10843165" y="8881396"/>
                  </a:cubicBezTo>
                  <a:lnTo>
                    <a:pt x="12091511" y="8881396"/>
                  </a:lnTo>
                  <a:cubicBezTo>
                    <a:pt x="10890981" y="8881396"/>
                    <a:pt x="9862851" y="4443317"/>
                    <a:pt x="9862281" y="4440841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3B60"/>
                </a:gs>
                <a:gs pos="100000">
                  <a:srgbClr val="013250"/>
                </a:gs>
              </a:gsLst>
              <a:lin ang="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ko-KR" altLang="en-US" dirty="0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9AC5D77C-5CDB-45CB-ACDE-30DAFA3E4570}"/>
                </a:ext>
              </a:extLst>
            </p:cNvPr>
            <p:cNvSpPr/>
            <p:nvPr userDrawn="1"/>
          </p:nvSpPr>
          <p:spPr>
            <a:xfrm>
              <a:off x="1207293" y="0"/>
              <a:ext cx="1296000" cy="792000"/>
            </a:xfrm>
            <a:custGeom>
              <a:avLst/>
              <a:gdLst>
                <a:gd name="connsiteX0" fmla="*/ 10843165 w 12087225"/>
                <a:gd name="connsiteY0" fmla="*/ 0 h 8877300"/>
                <a:gd name="connsiteX1" fmla="*/ 0 w 12087225"/>
                <a:gd name="connsiteY1" fmla="*/ 0 h 8877300"/>
                <a:gd name="connsiteX2" fmla="*/ 0 w 12087225"/>
                <a:gd name="connsiteY2" fmla="*/ 8881396 h 8877300"/>
                <a:gd name="connsiteX3" fmla="*/ 8881396 w 12087225"/>
                <a:gd name="connsiteY3" fmla="*/ 8881396 h 8877300"/>
                <a:gd name="connsiteX4" fmla="*/ 9862281 w 12087225"/>
                <a:gd name="connsiteY4" fmla="*/ 4440460 h 8877300"/>
                <a:gd name="connsiteX5" fmla="*/ 9862281 w 12087225"/>
                <a:gd name="connsiteY5" fmla="*/ 4440746 h 8877300"/>
                <a:gd name="connsiteX6" fmla="*/ 12091511 w 12087225"/>
                <a:gd name="connsiteY6" fmla="*/ 0 h 8877300"/>
                <a:gd name="connsiteX7" fmla="*/ 10843165 w 12087225"/>
                <a:gd name="connsiteY7" fmla="*/ 0 h 887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87225" h="8877300">
                  <a:moveTo>
                    <a:pt x="10843165" y="0"/>
                  </a:moveTo>
                  <a:lnTo>
                    <a:pt x="0" y="0"/>
                  </a:lnTo>
                  <a:lnTo>
                    <a:pt x="0" y="8881396"/>
                  </a:lnTo>
                  <a:lnTo>
                    <a:pt x="8881396" y="8881396"/>
                  </a:lnTo>
                  <a:lnTo>
                    <a:pt x="9862281" y="4440460"/>
                  </a:lnTo>
                  <a:lnTo>
                    <a:pt x="9862281" y="4440746"/>
                  </a:lnTo>
                  <a:cubicBezTo>
                    <a:pt x="9862281" y="4440746"/>
                    <a:pt x="10890695" y="0"/>
                    <a:pt x="12091511" y="0"/>
                  </a:cubicBezTo>
                  <a:lnTo>
                    <a:pt x="10843165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588E"/>
                </a:gs>
                <a:gs pos="100000">
                  <a:srgbClr val="013250"/>
                </a:gs>
              </a:gsLst>
              <a:lin ang="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ko-KR" altLang="en-US"/>
            </a:p>
          </p:txBody>
        </p:sp>
      </p:grpSp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CEDE2AC3-29BD-4E96-9383-9D7DEA6C654F}"/>
              </a:ext>
            </a:extLst>
          </p:cNvPr>
          <p:cNvSpPr/>
          <p:nvPr userDrawn="1"/>
        </p:nvSpPr>
        <p:spPr>
          <a:xfrm>
            <a:off x="10154940" y="0"/>
            <a:ext cx="1800000" cy="166682"/>
          </a:xfrm>
          <a:custGeom>
            <a:avLst/>
            <a:gdLst>
              <a:gd name="connsiteX0" fmla="*/ 0 w 1800000"/>
              <a:gd name="connsiteY0" fmla="*/ 0 h 166682"/>
              <a:gd name="connsiteX1" fmla="*/ 1800000 w 1800000"/>
              <a:gd name="connsiteY1" fmla="*/ 0 h 166682"/>
              <a:gd name="connsiteX2" fmla="*/ 1800000 w 1800000"/>
              <a:gd name="connsiteY2" fmla="*/ 166682 h 166682"/>
              <a:gd name="connsiteX3" fmla="*/ 0 w 1800000"/>
              <a:gd name="connsiteY3" fmla="*/ 71945 h 166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0000" h="166682">
                <a:moveTo>
                  <a:pt x="0" y="0"/>
                </a:moveTo>
                <a:lnTo>
                  <a:pt x="1800000" y="0"/>
                </a:lnTo>
                <a:lnTo>
                  <a:pt x="1800000" y="166682"/>
                </a:lnTo>
                <a:lnTo>
                  <a:pt x="0" y="71945"/>
                </a:lnTo>
                <a:close/>
              </a:path>
            </a:pathLst>
          </a:custGeom>
          <a:gradFill flip="none" rotWithShape="1">
            <a:gsLst>
              <a:gs pos="15000">
                <a:schemeClr val="bg1">
                  <a:alpha val="0"/>
                </a:schemeClr>
              </a:gs>
              <a:gs pos="100000">
                <a:schemeClr val="bg1">
                  <a:alpha val="61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슬라이드 번호 개체 틀 5">
            <a:extLst>
              <a:ext uri="{FF2B5EF4-FFF2-40B4-BE49-F238E27FC236}">
                <a16:creationId xmlns:a16="http://schemas.microsoft.com/office/drawing/2014/main" id="{129FCD44-C144-4E39-BD99-14BCBA00BCB4}"/>
              </a:ext>
            </a:extLst>
          </p:cNvPr>
          <p:cNvSpPr txBox="1">
            <a:spLocks/>
          </p:cNvSpPr>
          <p:nvPr userDrawn="1"/>
        </p:nvSpPr>
        <p:spPr>
          <a:xfrm>
            <a:off x="5900690" y="6559708"/>
            <a:ext cx="338234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en-US" altLang="ko-KR" sz="800" smtClean="0">
                <a:solidFill>
                  <a:schemeClr val="bg1">
                    <a:lumMod val="50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pPr algn="ctr" defTabSz="973855" fontAlgn="base">
              <a:spcBef>
                <a:spcPct val="0"/>
              </a:spcBef>
              <a:spcAft>
                <a:spcPct val="0"/>
              </a:spcAft>
              <a:defRPr/>
            </a:pPr>
            <a:fld id="{2CD3CA5D-2AAB-46D2-A44D-6096F3F45E01}" type="slidenum">
              <a:rPr sz="1100" kern="1200">
                <a:ln w="127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pPr algn="ctr" defTabSz="973855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 sz="1100" kern="1200" dirty="0">
              <a:ln w="127"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DB11FDA-D4C6-429A-9409-60253C3B645B}"/>
              </a:ext>
            </a:extLst>
          </p:cNvPr>
          <p:cNvGrpSpPr/>
          <p:nvPr userDrawn="1"/>
        </p:nvGrpSpPr>
        <p:grpSpPr>
          <a:xfrm>
            <a:off x="5827204" y="6644346"/>
            <a:ext cx="485206" cy="0"/>
            <a:chOff x="5055394" y="7472095"/>
            <a:chExt cx="816769" cy="0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CCBFE4F-4D87-467B-94BB-3A7354F0CBC1}"/>
                </a:ext>
              </a:extLst>
            </p:cNvPr>
            <p:cNvCxnSpPr>
              <a:cxnSpLocks/>
            </p:cNvCxnSpPr>
            <p:nvPr/>
          </p:nvCxnSpPr>
          <p:spPr>
            <a:xfrm>
              <a:off x="5710238" y="7472095"/>
              <a:ext cx="161925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2F3A3C1A-99A2-4510-9CC7-4CAA96A46BA3}"/>
                </a:ext>
              </a:extLst>
            </p:cNvPr>
            <p:cNvCxnSpPr>
              <a:cxnSpLocks/>
            </p:cNvCxnSpPr>
            <p:nvPr/>
          </p:nvCxnSpPr>
          <p:spPr>
            <a:xfrm>
              <a:off x="5055394" y="7472095"/>
              <a:ext cx="161925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13300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840">
          <p15:clr>
            <a:srgbClr val="FBAE40"/>
          </p15:clr>
        </p15:guide>
        <p15:guide id="3" pos="166">
          <p15:clr>
            <a:srgbClr val="FBAE40"/>
          </p15:clr>
        </p15:guide>
        <p15:guide id="4" pos="7514">
          <p15:clr>
            <a:srgbClr val="FBAE40"/>
          </p15:clr>
        </p15:guide>
        <p15:guide id="5" orient="horz" pos="2387">
          <p15:clr>
            <a:srgbClr val="FBAE40"/>
          </p15:clr>
        </p15:guide>
        <p15:guide id="6" orient="horz" pos="82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6">
            <a:extLst>
              <a:ext uri="{FF2B5EF4-FFF2-40B4-BE49-F238E27FC236}">
                <a16:creationId xmlns:a16="http://schemas.microsoft.com/office/drawing/2014/main" id="{6FCD6BF3-E055-449D-8B96-C2E7C341E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695212" y="6416675"/>
            <a:ext cx="801576" cy="441325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ctr">
              <a:defRPr sz="1100">
                <a:ln w="127"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517059EE-4D5E-4CF0-9E68-197906A551A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411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3" r:id="rId3"/>
    <p:sldLayoutId id="2147483664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28323D-39AF-4A9F-87D6-EF97BD3CBC19}"/>
              </a:ext>
            </a:extLst>
          </p:cNvPr>
          <p:cNvSpPr/>
          <p:nvPr/>
        </p:nvSpPr>
        <p:spPr>
          <a:xfrm>
            <a:off x="268115" y="314856"/>
            <a:ext cx="7006726" cy="1482457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>
              <a:spcBef>
                <a:spcPts val="1000"/>
              </a:spcBef>
            </a:pPr>
            <a:r>
              <a:rPr lang="ko-KR" altLang="en-US" sz="4400" spc="-3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사법판단의 공정성 확보를 위한 </a:t>
            </a:r>
            <a:endParaRPr lang="en-US" altLang="ko-KR" sz="4400" spc="-300" dirty="0">
              <a:ln w="127">
                <a:solidFill>
                  <a:schemeClr val="tx1">
                    <a:alpha val="0"/>
                  </a:schemeClr>
                </a:solidFill>
              </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spcBef>
                <a:spcPts val="1000"/>
              </a:spcBef>
            </a:pPr>
            <a:r>
              <a:rPr lang="en-US" altLang="ko-KR" sz="4400" spc="-3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4400" spc="-3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검증체계의 법적 거버넌스 연구</a:t>
            </a:r>
            <a:endParaRPr lang="en-US" altLang="ko-KR" sz="4400" dirty="0">
              <a:ln w="127">
                <a:solidFill>
                  <a:schemeClr val="tx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F59AE4-15C0-4148-9437-318370732405}"/>
              </a:ext>
            </a:extLst>
          </p:cNvPr>
          <p:cNvSpPr/>
          <p:nvPr/>
        </p:nvSpPr>
        <p:spPr>
          <a:xfrm>
            <a:off x="388036" y="4483660"/>
            <a:ext cx="4680769" cy="186204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>
              <a:spcBef>
                <a:spcPts val="1000"/>
              </a:spcBef>
            </a:pPr>
            <a:r>
              <a:rPr lang="ko-KR" altLang="en-US" sz="24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과목</a:t>
            </a:r>
            <a:r>
              <a:rPr lang="en-US" altLang="ko-KR" sz="24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 : AI </a:t>
            </a:r>
            <a:r>
              <a:rPr lang="ko-KR" altLang="en-US" sz="24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거버넌스 기반의 연구방법론</a:t>
            </a:r>
            <a:endParaRPr lang="en-US" altLang="ko-KR" sz="2400" dirty="0">
              <a:ln w="127">
                <a:solidFill>
                  <a:schemeClr val="tx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spcBef>
                <a:spcPts val="1000"/>
              </a:spcBef>
            </a:pPr>
            <a:r>
              <a:rPr lang="ko-KR" altLang="en-US" sz="24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학과 </a:t>
            </a:r>
            <a:r>
              <a:rPr lang="en-US" altLang="ko-KR" sz="24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4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인공지능전공</a:t>
            </a:r>
            <a:endParaRPr lang="en-US" altLang="ko-KR" sz="2400" dirty="0">
              <a:ln w="127">
                <a:solidFill>
                  <a:schemeClr val="tx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spcBef>
                <a:spcPts val="1000"/>
              </a:spcBef>
            </a:pPr>
            <a:r>
              <a:rPr lang="ko-KR" altLang="en-US" sz="24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학번 </a:t>
            </a:r>
            <a:r>
              <a:rPr lang="en-US" altLang="ko-KR" sz="24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: 202576718</a:t>
            </a:r>
          </a:p>
          <a:p>
            <a:pPr>
              <a:spcBef>
                <a:spcPts val="1000"/>
              </a:spcBef>
            </a:pPr>
            <a:r>
              <a:rPr lang="ko-KR" altLang="en-US" sz="24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성명 </a:t>
            </a:r>
            <a:r>
              <a:rPr lang="en-US" altLang="ko-KR" sz="24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4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>
                  <a:gsLst>
                    <a:gs pos="0">
                      <a:schemeClr val="bg1"/>
                    </a:gs>
                    <a:gs pos="100000">
                      <a:srgbClr val="FFFF00"/>
                    </a:gs>
                  </a:gsLst>
                  <a:lin ang="5400000" scaled="1"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박지훈</a:t>
            </a:r>
            <a:endParaRPr lang="en-US" altLang="ko-KR" sz="2400" dirty="0">
              <a:ln w="127">
                <a:solidFill>
                  <a:schemeClr val="tx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BF7699-D5C5-4E73-B5C2-E8ED3B414BA9}"/>
              </a:ext>
            </a:extLst>
          </p:cNvPr>
          <p:cNvSpPr/>
          <p:nvPr/>
        </p:nvSpPr>
        <p:spPr>
          <a:xfrm>
            <a:off x="388036" y="1943454"/>
            <a:ext cx="6701193" cy="430887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>
              <a:spcBef>
                <a:spcPts val="1000"/>
              </a:spcBef>
            </a:pPr>
            <a:r>
              <a:rPr lang="en-US" altLang="ko-KR" sz="2800" spc="-3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(EU AI Act</a:t>
            </a:r>
            <a:r>
              <a:rPr lang="ko-KR" altLang="en-US" sz="2800" spc="-3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와 국내 인공지능기본법의 비교를 중심으로</a:t>
            </a:r>
            <a:r>
              <a:rPr lang="en-US" altLang="ko-KR" sz="2800" spc="-3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sz="2800" dirty="0">
              <a:ln w="127">
                <a:solidFill>
                  <a:schemeClr val="tx1">
                    <a:alpha val="0"/>
                  </a:schemeClr>
                </a:solidFill>
              </a:ln>
              <a:gradFill>
                <a:gsLst>
                  <a:gs pos="0">
                    <a:schemeClr val="bg1"/>
                  </a:gs>
                  <a:gs pos="100000">
                    <a:srgbClr val="FFFF00"/>
                  </a:gs>
                </a:gsLst>
                <a:lin ang="5400000" scaled="1"/>
              </a:gra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5936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26E9B-0B4B-0F7E-EFA5-F19DBB9D6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554DB68-CC83-2B0C-D8B0-4DBA159A0752}"/>
              </a:ext>
            </a:extLst>
          </p:cNvPr>
          <p:cNvSpPr/>
          <p:nvPr/>
        </p:nvSpPr>
        <p:spPr>
          <a:xfrm>
            <a:off x="6644604" y="534205"/>
            <a:ext cx="2136482" cy="615553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defTabSz="914400" latinLnBrk="1">
              <a:spcBef>
                <a:spcPts val="1000"/>
              </a:spcBef>
            </a:pPr>
            <a:r>
              <a:rPr lang="en-US" altLang="ko-KR" sz="40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Contents</a:t>
            </a:r>
            <a:endParaRPr lang="ko-KR" altLang="en-US" sz="4000" dirty="0">
              <a:ln w="127">
                <a:solidFill>
                  <a:schemeClr val="tx1">
                    <a:alpha val="0"/>
                  </a:schemeClr>
                </a:solidFill>
              </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BE741F-552F-5833-6CB7-FCD12E2548FD}"/>
              </a:ext>
            </a:extLst>
          </p:cNvPr>
          <p:cNvSpPr/>
          <p:nvPr/>
        </p:nvSpPr>
        <p:spPr>
          <a:xfrm>
            <a:off x="6644604" y="1519441"/>
            <a:ext cx="4749800" cy="589664"/>
          </a:xfrm>
          <a:prstGeom prst="rect">
            <a:avLst/>
          </a:prstGeom>
          <a:gradFill>
            <a:gsLst>
              <a:gs pos="50000">
                <a:schemeClr val="bg1">
                  <a:alpha val="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3175">
            <a:gradFill flip="none" rotWithShape="1">
              <a:gsLst>
                <a:gs pos="0">
                  <a:schemeClr val="bg1">
                    <a:alpha val="0"/>
                  </a:schemeClr>
                </a:gs>
                <a:gs pos="20000">
                  <a:schemeClr val="bg1">
                    <a:alpha val="25000"/>
                  </a:schemeClr>
                </a:gs>
                <a:gs pos="78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0A8DA89-02C8-F2A1-94F0-73A0739EC61D}"/>
              </a:ext>
            </a:extLst>
          </p:cNvPr>
          <p:cNvSpPr/>
          <p:nvPr/>
        </p:nvSpPr>
        <p:spPr>
          <a:xfrm>
            <a:off x="7784169" y="1784493"/>
            <a:ext cx="72000" cy="72000"/>
          </a:xfrm>
          <a:prstGeom prst="ellipse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AE13F5-B7C4-AA2F-2F4C-BE4BD7F86D38}"/>
              </a:ext>
            </a:extLst>
          </p:cNvPr>
          <p:cNvSpPr txBox="1"/>
          <p:nvPr/>
        </p:nvSpPr>
        <p:spPr>
          <a:xfrm>
            <a:off x="8031670" y="1660385"/>
            <a:ext cx="2222403" cy="307777"/>
          </a:xfrm>
          <a:prstGeom prst="rect">
            <a:avLst/>
          </a:prstGeom>
        </p:spPr>
        <p:txBody>
          <a:bodyPr wrap="none" lIns="0" tIns="0" rIns="0" bIns="0" rtlCol="0" anchor="ctr" anchorCtr="0">
            <a:spAutoFit/>
          </a:bodyPr>
          <a:lstStyle/>
          <a:p>
            <a:pPr>
              <a:spcBef>
                <a:spcPts val="191"/>
              </a:spcBef>
              <a:defRPr/>
            </a:pPr>
            <a:r>
              <a:rPr lang="ko-KR" altLang="en-US" sz="2000" b="1" spc="-7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연구 배경 및 필요성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FD976C-2E04-88FA-5B24-353B73861C4D}"/>
              </a:ext>
            </a:extLst>
          </p:cNvPr>
          <p:cNvSpPr txBox="1"/>
          <p:nvPr/>
        </p:nvSpPr>
        <p:spPr>
          <a:xfrm>
            <a:off x="7232749" y="1546245"/>
            <a:ext cx="458030" cy="536058"/>
          </a:xfrm>
          <a:prstGeom prst="rect">
            <a:avLst/>
          </a:prstGeom>
        </p:spPr>
        <p:txBody>
          <a:bodyPr wrap="square" lIns="0" tIns="0" rIns="0" bIns="72000" rtlCol="0" anchor="ctr">
            <a:noAutofit/>
          </a:bodyPr>
          <a:lstStyle/>
          <a:p>
            <a:pPr algn="ctr">
              <a:defRPr/>
            </a:pPr>
            <a:r>
              <a:rPr lang="en-US" altLang="ko-KR" sz="3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  <a:cs typeface="Arial" panose="020B0604020202020204" pitchFamily="34" charset="0"/>
              </a:rPr>
              <a:t>Ⅰ</a:t>
            </a:r>
            <a:endParaRPr lang="ko-KR" altLang="en-US" sz="36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FFFF00"/>
              </a:solidFill>
              <a:latin typeface="HY견명조" panose="02030600000101010101" pitchFamily="18" charset="-127"/>
              <a:ea typeface="HY견명조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78DBC1-DB6A-8443-BB08-92C5C6987DE8}"/>
              </a:ext>
            </a:extLst>
          </p:cNvPr>
          <p:cNvSpPr txBox="1"/>
          <p:nvPr/>
        </p:nvSpPr>
        <p:spPr>
          <a:xfrm>
            <a:off x="6731289" y="1621973"/>
            <a:ext cx="432811" cy="152349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r">
              <a:defRPr/>
            </a:pPr>
            <a:r>
              <a:rPr lang="en-US" altLang="ko-KR" sz="9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Chapter</a:t>
            </a:r>
            <a:endParaRPr lang="ko-KR" altLang="en-US" sz="9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E53382D-ED10-DA36-A4CB-C6056EC7A997}"/>
              </a:ext>
            </a:extLst>
          </p:cNvPr>
          <p:cNvSpPr/>
          <p:nvPr/>
        </p:nvSpPr>
        <p:spPr>
          <a:xfrm>
            <a:off x="6644604" y="2302984"/>
            <a:ext cx="4749800" cy="589664"/>
          </a:xfrm>
          <a:prstGeom prst="rect">
            <a:avLst/>
          </a:prstGeom>
          <a:gradFill>
            <a:gsLst>
              <a:gs pos="50000">
                <a:schemeClr val="bg1">
                  <a:alpha val="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3175">
            <a:gradFill flip="none" rotWithShape="1">
              <a:gsLst>
                <a:gs pos="0">
                  <a:schemeClr val="bg1">
                    <a:alpha val="0"/>
                  </a:schemeClr>
                </a:gs>
                <a:gs pos="20000">
                  <a:schemeClr val="bg1">
                    <a:alpha val="25000"/>
                  </a:schemeClr>
                </a:gs>
                <a:gs pos="78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9AF2DDD-53B4-5D4F-DD37-C21C0E2FD7CA}"/>
              </a:ext>
            </a:extLst>
          </p:cNvPr>
          <p:cNvSpPr/>
          <p:nvPr/>
        </p:nvSpPr>
        <p:spPr>
          <a:xfrm>
            <a:off x="7784169" y="2568036"/>
            <a:ext cx="72000" cy="72000"/>
          </a:xfrm>
          <a:prstGeom prst="ellipse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7E4A89-FC3F-130E-AA77-6D613B1B4788}"/>
              </a:ext>
            </a:extLst>
          </p:cNvPr>
          <p:cNvSpPr txBox="1"/>
          <p:nvPr/>
        </p:nvSpPr>
        <p:spPr>
          <a:xfrm>
            <a:off x="8031670" y="2443928"/>
            <a:ext cx="1070806" cy="307777"/>
          </a:xfrm>
          <a:prstGeom prst="rect">
            <a:avLst/>
          </a:prstGeom>
        </p:spPr>
        <p:txBody>
          <a:bodyPr wrap="none" lIns="0" tIns="0" rIns="0" bIns="0" rtlCol="0" anchor="ctr" anchorCtr="0">
            <a:spAutoFit/>
          </a:bodyPr>
          <a:lstStyle/>
          <a:p>
            <a:pPr>
              <a:spcBef>
                <a:spcPts val="191"/>
              </a:spcBef>
              <a:defRPr/>
            </a:pPr>
            <a:r>
              <a:rPr lang="ko-KR" altLang="en-US" sz="2000" b="1" spc="-7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연구 목적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BBE7EA-AB79-65B6-1018-480CB79D5A18}"/>
              </a:ext>
            </a:extLst>
          </p:cNvPr>
          <p:cNvSpPr txBox="1"/>
          <p:nvPr/>
        </p:nvSpPr>
        <p:spPr>
          <a:xfrm>
            <a:off x="7232749" y="2329788"/>
            <a:ext cx="458030" cy="536058"/>
          </a:xfrm>
          <a:prstGeom prst="rect">
            <a:avLst/>
          </a:prstGeom>
        </p:spPr>
        <p:txBody>
          <a:bodyPr wrap="square" lIns="0" tIns="0" rIns="0" bIns="72000" rtlCol="0" anchor="ctr">
            <a:noAutofit/>
          </a:bodyPr>
          <a:lstStyle/>
          <a:p>
            <a:pPr algn="ctr">
              <a:defRPr/>
            </a:pPr>
            <a:r>
              <a:rPr lang="en-US" altLang="ko-KR" sz="3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  <a:cs typeface="Arial" panose="020B0604020202020204" pitchFamily="34" charset="0"/>
              </a:rPr>
              <a:t>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15946B-111F-2757-9D62-BB5B8098C5F9}"/>
              </a:ext>
            </a:extLst>
          </p:cNvPr>
          <p:cNvSpPr txBox="1"/>
          <p:nvPr/>
        </p:nvSpPr>
        <p:spPr>
          <a:xfrm>
            <a:off x="6731289" y="2405516"/>
            <a:ext cx="432811" cy="152349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r">
              <a:defRPr/>
            </a:pPr>
            <a:r>
              <a:rPr lang="en-US" altLang="ko-KR" sz="9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Chapter</a:t>
            </a:r>
            <a:endParaRPr lang="ko-KR" altLang="en-US" sz="9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F819072-53B1-681B-4B27-8D96571E1B79}"/>
              </a:ext>
            </a:extLst>
          </p:cNvPr>
          <p:cNvSpPr/>
          <p:nvPr/>
        </p:nvSpPr>
        <p:spPr>
          <a:xfrm>
            <a:off x="6644604" y="3086529"/>
            <a:ext cx="4749800" cy="589664"/>
          </a:xfrm>
          <a:prstGeom prst="rect">
            <a:avLst/>
          </a:prstGeom>
          <a:gradFill>
            <a:gsLst>
              <a:gs pos="50000">
                <a:schemeClr val="bg1">
                  <a:alpha val="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3175">
            <a:gradFill flip="none" rotWithShape="1">
              <a:gsLst>
                <a:gs pos="0">
                  <a:schemeClr val="bg1">
                    <a:alpha val="0"/>
                  </a:schemeClr>
                </a:gs>
                <a:gs pos="20000">
                  <a:schemeClr val="bg1">
                    <a:alpha val="25000"/>
                  </a:schemeClr>
                </a:gs>
                <a:gs pos="78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7C44640C-BC02-679B-B8C0-E9F216E5B41B}"/>
              </a:ext>
            </a:extLst>
          </p:cNvPr>
          <p:cNvSpPr/>
          <p:nvPr/>
        </p:nvSpPr>
        <p:spPr>
          <a:xfrm>
            <a:off x="7784169" y="3351580"/>
            <a:ext cx="72000" cy="72000"/>
          </a:xfrm>
          <a:prstGeom prst="ellipse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71510E-440A-5E76-B39D-F6AC83B1CDFA}"/>
              </a:ext>
            </a:extLst>
          </p:cNvPr>
          <p:cNvSpPr txBox="1"/>
          <p:nvPr/>
        </p:nvSpPr>
        <p:spPr>
          <a:xfrm>
            <a:off x="8031670" y="3227473"/>
            <a:ext cx="1070806" cy="307777"/>
          </a:xfrm>
          <a:prstGeom prst="rect">
            <a:avLst/>
          </a:prstGeom>
        </p:spPr>
        <p:txBody>
          <a:bodyPr wrap="none" lIns="0" tIns="0" rIns="0" bIns="0" rtlCol="0" anchor="ctr" anchorCtr="0">
            <a:spAutoFit/>
          </a:bodyPr>
          <a:lstStyle/>
          <a:p>
            <a:pPr>
              <a:spcBef>
                <a:spcPts val="191"/>
              </a:spcBef>
              <a:defRPr/>
            </a:pPr>
            <a:r>
              <a:rPr lang="ko-KR" altLang="en-US" sz="2000" b="1" spc="-7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연구 질문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D0E9FE-3C33-98F6-052F-FA374076091F}"/>
              </a:ext>
            </a:extLst>
          </p:cNvPr>
          <p:cNvSpPr txBox="1"/>
          <p:nvPr/>
        </p:nvSpPr>
        <p:spPr>
          <a:xfrm>
            <a:off x="7232749" y="3113332"/>
            <a:ext cx="458030" cy="536058"/>
          </a:xfrm>
          <a:prstGeom prst="rect">
            <a:avLst/>
          </a:prstGeom>
        </p:spPr>
        <p:txBody>
          <a:bodyPr wrap="square" lIns="0" tIns="0" rIns="0" bIns="72000" rtlCol="0" anchor="ctr">
            <a:noAutofit/>
          </a:bodyPr>
          <a:lstStyle/>
          <a:p>
            <a:pPr algn="ctr">
              <a:defRPr/>
            </a:pPr>
            <a:r>
              <a:rPr lang="en-US" altLang="ko-KR" sz="3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  <a:cs typeface="Arial" panose="020B0604020202020204" pitchFamily="34" charset="0"/>
              </a:rPr>
              <a:t>Ⅲ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95C0B9-0554-533C-374F-5C893E8F0A8F}"/>
              </a:ext>
            </a:extLst>
          </p:cNvPr>
          <p:cNvSpPr txBox="1"/>
          <p:nvPr/>
        </p:nvSpPr>
        <p:spPr>
          <a:xfrm>
            <a:off x="6731289" y="3189061"/>
            <a:ext cx="432811" cy="152349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r">
              <a:defRPr/>
            </a:pPr>
            <a:r>
              <a:rPr lang="en-US" altLang="ko-KR" sz="9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Chapter</a:t>
            </a:r>
            <a:endParaRPr lang="ko-KR" altLang="en-US" sz="9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7D2AB3-1335-4043-B022-ECBD77E3E916}"/>
              </a:ext>
            </a:extLst>
          </p:cNvPr>
          <p:cNvSpPr/>
          <p:nvPr/>
        </p:nvSpPr>
        <p:spPr>
          <a:xfrm>
            <a:off x="6644604" y="3876267"/>
            <a:ext cx="4749800" cy="589664"/>
          </a:xfrm>
          <a:prstGeom prst="rect">
            <a:avLst/>
          </a:prstGeom>
          <a:gradFill>
            <a:gsLst>
              <a:gs pos="50000">
                <a:schemeClr val="bg1">
                  <a:alpha val="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3175">
            <a:gradFill flip="none" rotWithShape="1">
              <a:gsLst>
                <a:gs pos="0">
                  <a:schemeClr val="bg1">
                    <a:alpha val="0"/>
                  </a:schemeClr>
                </a:gs>
                <a:gs pos="20000">
                  <a:schemeClr val="bg1">
                    <a:alpha val="25000"/>
                  </a:schemeClr>
                </a:gs>
                <a:gs pos="78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C0FD0F4-24C7-48DB-9EC3-CDF630262919}"/>
              </a:ext>
            </a:extLst>
          </p:cNvPr>
          <p:cNvSpPr/>
          <p:nvPr/>
        </p:nvSpPr>
        <p:spPr>
          <a:xfrm>
            <a:off x="7784169" y="4141319"/>
            <a:ext cx="72000" cy="72000"/>
          </a:xfrm>
          <a:prstGeom prst="ellipse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6373A-757C-4895-A55E-850DDFFB92BA}"/>
              </a:ext>
            </a:extLst>
          </p:cNvPr>
          <p:cNvSpPr txBox="1"/>
          <p:nvPr/>
        </p:nvSpPr>
        <p:spPr>
          <a:xfrm>
            <a:off x="8031670" y="4017211"/>
            <a:ext cx="1070806" cy="307777"/>
          </a:xfrm>
          <a:prstGeom prst="rect">
            <a:avLst/>
          </a:prstGeom>
        </p:spPr>
        <p:txBody>
          <a:bodyPr wrap="none" lIns="0" tIns="0" rIns="0" bIns="0" rtlCol="0" anchor="ctr" anchorCtr="0">
            <a:spAutoFit/>
          </a:bodyPr>
          <a:lstStyle/>
          <a:p>
            <a:pPr>
              <a:spcBef>
                <a:spcPts val="191"/>
              </a:spcBef>
              <a:defRPr/>
            </a:pPr>
            <a:r>
              <a:rPr lang="ko-KR" altLang="en-US" sz="2000" b="1" spc="-7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연구 방법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07AFD0-2C2A-4568-8F60-91EC9057A50F}"/>
              </a:ext>
            </a:extLst>
          </p:cNvPr>
          <p:cNvSpPr txBox="1"/>
          <p:nvPr/>
        </p:nvSpPr>
        <p:spPr>
          <a:xfrm>
            <a:off x="7232749" y="3903071"/>
            <a:ext cx="458030" cy="536058"/>
          </a:xfrm>
          <a:prstGeom prst="rect">
            <a:avLst/>
          </a:prstGeom>
        </p:spPr>
        <p:txBody>
          <a:bodyPr wrap="square" lIns="0" tIns="0" rIns="0" bIns="72000" rtlCol="0" anchor="ctr">
            <a:noAutofit/>
          </a:bodyPr>
          <a:lstStyle/>
          <a:p>
            <a:pPr algn="ctr">
              <a:defRPr/>
            </a:pPr>
            <a:r>
              <a:rPr lang="en-US" altLang="ko-KR" sz="3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  <a:cs typeface="Arial" panose="020B0604020202020204" pitchFamily="34" charset="0"/>
              </a:rPr>
              <a:t>Ⅳ</a:t>
            </a:r>
            <a:endParaRPr lang="ko-KR" altLang="en-US" sz="36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FFFF00"/>
              </a:solidFill>
              <a:latin typeface="HY견명조" panose="02030600000101010101" pitchFamily="18" charset="-127"/>
              <a:ea typeface="HY견명조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606658-8E7F-40D3-8061-4D8112B9E62E}"/>
              </a:ext>
            </a:extLst>
          </p:cNvPr>
          <p:cNvSpPr txBox="1"/>
          <p:nvPr/>
        </p:nvSpPr>
        <p:spPr>
          <a:xfrm>
            <a:off x="6731289" y="3978799"/>
            <a:ext cx="432811" cy="152349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r">
              <a:defRPr/>
            </a:pPr>
            <a:r>
              <a:rPr lang="en-US" altLang="ko-KR" sz="9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Chapter</a:t>
            </a:r>
            <a:endParaRPr lang="ko-KR" altLang="en-US" sz="9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F5FEC26-C00A-4E12-AD1A-4D67FA6D647B}"/>
              </a:ext>
            </a:extLst>
          </p:cNvPr>
          <p:cNvSpPr/>
          <p:nvPr/>
        </p:nvSpPr>
        <p:spPr>
          <a:xfrm>
            <a:off x="6644604" y="4659810"/>
            <a:ext cx="4749800" cy="589664"/>
          </a:xfrm>
          <a:prstGeom prst="rect">
            <a:avLst/>
          </a:prstGeom>
          <a:gradFill>
            <a:gsLst>
              <a:gs pos="50000">
                <a:schemeClr val="bg1">
                  <a:alpha val="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3175">
            <a:gradFill flip="none" rotWithShape="1">
              <a:gsLst>
                <a:gs pos="0">
                  <a:schemeClr val="bg1">
                    <a:alpha val="0"/>
                  </a:schemeClr>
                </a:gs>
                <a:gs pos="20000">
                  <a:schemeClr val="bg1">
                    <a:alpha val="25000"/>
                  </a:schemeClr>
                </a:gs>
                <a:gs pos="78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2B381BA-FE42-4796-8700-F942601BD355}"/>
              </a:ext>
            </a:extLst>
          </p:cNvPr>
          <p:cNvSpPr/>
          <p:nvPr/>
        </p:nvSpPr>
        <p:spPr>
          <a:xfrm>
            <a:off x="7784169" y="4924862"/>
            <a:ext cx="72000" cy="72000"/>
          </a:xfrm>
          <a:prstGeom prst="ellipse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A7D7B3-D412-490F-9CA9-6884AB5BF28A}"/>
              </a:ext>
            </a:extLst>
          </p:cNvPr>
          <p:cNvSpPr txBox="1"/>
          <p:nvPr/>
        </p:nvSpPr>
        <p:spPr>
          <a:xfrm>
            <a:off x="8031670" y="4800754"/>
            <a:ext cx="2960747" cy="307777"/>
          </a:xfrm>
          <a:prstGeom prst="rect">
            <a:avLst/>
          </a:prstGeom>
        </p:spPr>
        <p:txBody>
          <a:bodyPr wrap="none" lIns="0" tIns="0" rIns="0" bIns="0" rtlCol="0" anchor="ctr" anchorCtr="0">
            <a:spAutoFit/>
          </a:bodyPr>
          <a:lstStyle/>
          <a:p>
            <a:pPr>
              <a:spcBef>
                <a:spcPts val="191"/>
              </a:spcBef>
              <a:defRPr/>
            </a:pPr>
            <a:r>
              <a:rPr lang="ko-KR" altLang="en-US" sz="2000" b="1" spc="-7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제안하는 </a:t>
            </a:r>
            <a:r>
              <a:rPr lang="en-US" altLang="ko-KR" sz="2000" b="1" spc="-7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AI </a:t>
            </a:r>
            <a:r>
              <a:rPr lang="ko-KR" altLang="en-US" sz="2000" b="1" spc="-7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거버넌스 모델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B42B58-165A-447C-8506-49DC85D0A2E0}"/>
              </a:ext>
            </a:extLst>
          </p:cNvPr>
          <p:cNvSpPr txBox="1"/>
          <p:nvPr/>
        </p:nvSpPr>
        <p:spPr>
          <a:xfrm>
            <a:off x="7232749" y="4701604"/>
            <a:ext cx="458030" cy="536058"/>
          </a:xfrm>
          <a:prstGeom prst="rect">
            <a:avLst/>
          </a:prstGeom>
        </p:spPr>
        <p:txBody>
          <a:bodyPr wrap="square" lIns="0" tIns="0" rIns="0" bIns="72000" rtlCol="0" anchor="ctr">
            <a:noAutofit/>
          </a:bodyPr>
          <a:lstStyle/>
          <a:p>
            <a:pPr algn="ctr">
              <a:defRPr/>
            </a:pPr>
            <a:r>
              <a:rPr lang="en-US" altLang="ko-KR" sz="3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  <a:cs typeface="Arial" panose="020B0604020202020204" pitchFamily="34" charset="0"/>
              </a:rPr>
              <a:t>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F4856E-8C1A-4B67-8528-61317243C87F}"/>
              </a:ext>
            </a:extLst>
          </p:cNvPr>
          <p:cNvSpPr txBox="1"/>
          <p:nvPr/>
        </p:nvSpPr>
        <p:spPr>
          <a:xfrm>
            <a:off x="6731289" y="4762342"/>
            <a:ext cx="432811" cy="152349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r">
              <a:defRPr/>
            </a:pPr>
            <a:r>
              <a:rPr lang="en-US" altLang="ko-KR" sz="9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Chapter</a:t>
            </a:r>
            <a:endParaRPr lang="ko-KR" altLang="en-US" sz="9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2476386-2A28-4399-8BFA-BEC1F94A37C2}"/>
              </a:ext>
            </a:extLst>
          </p:cNvPr>
          <p:cNvSpPr/>
          <p:nvPr/>
        </p:nvSpPr>
        <p:spPr>
          <a:xfrm>
            <a:off x="6644604" y="5443355"/>
            <a:ext cx="4749800" cy="589664"/>
          </a:xfrm>
          <a:prstGeom prst="rect">
            <a:avLst/>
          </a:prstGeom>
          <a:gradFill>
            <a:gsLst>
              <a:gs pos="50000">
                <a:schemeClr val="bg1">
                  <a:alpha val="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3175">
            <a:gradFill flip="none" rotWithShape="1">
              <a:gsLst>
                <a:gs pos="0">
                  <a:schemeClr val="bg1">
                    <a:alpha val="0"/>
                  </a:schemeClr>
                </a:gs>
                <a:gs pos="20000">
                  <a:schemeClr val="bg1">
                    <a:alpha val="25000"/>
                  </a:schemeClr>
                </a:gs>
                <a:gs pos="78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2B4DDAD3-69C3-470B-9EEE-93C06831AA49}"/>
              </a:ext>
            </a:extLst>
          </p:cNvPr>
          <p:cNvSpPr/>
          <p:nvPr/>
        </p:nvSpPr>
        <p:spPr>
          <a:xfrm>
            <a:off x="7784169" y="5708406"/>
            <a:ext cx="72000" cy="72000"/>
          </a:xfrm>
          <a:prstGeom prst="ellipse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나눔스퀘어 Extra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E052C8-3DEC-4FD0-926C-E2F9302796A6}"/>
              </a:ext>
            </a:extLst>
          </p:cNvPr>
          <p:cNvSpPr txBox="1"/>
          <p:nvPr/>
        </p:nvSpPr>
        <p:spPr>
          <a:xfrm>
            <a:off x="8031670" y="5584299"/>
            <a:ext cx="990015" cy="307777"/>
          </a:xfrm>
          <a:prstGeom prst="rect">
            <a:avLst/>
          </a:prstGeom>
        </p:spPr>
        <p:txBody>
          <a:bodyPr wrap="none" lIns="0" tIns="0" rIns="0" bIns="0" rtlCol="0" anchor="ctr" anchorCtr="0">
            <a:spAutoFit/>
          </a:bodyPr>
          <a:lstStyle/>
          <a:p>
            <a:pPr>
              <a:spcBef>
                <a:spcPts val="191"/>
              </a:spcBef>
              <a:defRPr/>
            </a:pPr>
            <a:r>
              <a:rPr lang="ko-KR" altLang="en-US" sz="2000" b="1" spc="-7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기대효과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3FFAD6-6551-4E45-BCF2-46C7D8A3B902}"/>
              </a:ext>
            </a:extLst>
          </p:cNvPr>
          <p:cNvSpPr txBox="1"/>
          <p:nvPr/>
        </p:nvSpPr>
        <p:spPr>
          <a:xfrm>
            <a:off x="7232749" y="5470158"/>
            <a:ext cx="458030" cy="536058"/>
          </a:xfrm>
          <a:prstGeom prst="rect">
            <a:avLst/>
          </a:prstGeom>
        </p:spPr>
        <p:txBody>
          <a:bodyPr wrap="square" lIns="0" tIns="0" rIns="0" bIns="72000" rtlCol="0" anchor="ctr">
            <a:noAutofit/>
          </a:bodyPr>
          <a:lstStyle/>
          <a:p>
            <a:pPr algn="ctr">
              <a:defRPr/>
            </a:pPr>
            <a:r>
              <a:rPr lang="en-US" altLang="ko-KR" sz="36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  <a:cs typeface="Arial" panose="020B0604020202020204" pitchFamily="34" charset="0"/>
              </a:rPr>
              <a:t>Ⅵ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CB30BD-50DD-40E8-9850-B47A48C9294D}"/>
              </a:ext>
            </a:extLst>
          </p:cNvPr>
          <p:cNvSpPr txBox="1"/>
          <p:nvPr/>
        </p:nvSpPr>
        <p:spPr>
          <a:xfrm>
            <a:off x="6731289" y="5545887"/>
            <a:ext cx="432811" cy="152349"/>
          </a:xfrm>
          <a:prstGeom prst="rect">
            <a:avLst/>
          </a:prstGeom>
        </p:spPr>
        <p:txBody>
          <a:bodyPr wrap="none" lIns="0" tIns="0" rIns="0" bIns="0" rtlCol="0" anchor="ctr">
            <a:spAutoFit/>
          </a:bodyPr>
          <a:lstStyle/>
          <a:p>
            <a:pPr algn="r">
              <a:defRPr/>
            </a:pPr>
            <a:r>
              <a:rPr lang="en-US" altLang="ko-KR" sz="9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Chapter</a:t>
            </a:r>
            <a:endParaRPr lang="ko-KR" altLang="en-US" sz="9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52728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4EF7-E007-6DC7-82C4-592A1FF2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AD25374-09DA-8660-C56E-5CBDDF2E6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14280211-D078-D327-FEC3-5300102D85AE}"/>
              </a:ext>
            </a:extLst>
          </p:cNvPr>
          <p:cNvSpPr txBox="1"/>
          <p:nvPr/>
        </p:nvSpPr>
        <p:spPr>
          <a:xfrm>
            <a:off x="1017219" y="161668"/>
            <a:ext cx="2744341" cy="467239"/>
          </a:xfrm>
          <a:prstGeom prst="rect">
            <a:avLst/>
          </a:prstGeom>
          <a:noFill/>
          <a:sp3d>
            <a:bevelT w="0" h="6350"/>
          </a:sp3d>
        </p:spPr>
        <p:txBody>
          <a:bodyPr wrap="none" lIns="0" tIns="36000" rIns="0" bIns="0" rtlCol="0" anchor="ctr" anchorCtr="0">
            <a:spAutoFit/>
          </a:bodyPr>
          <a:lstStyle>
            <a:defPPr>
              <a:defRPr lang="ko-KR"/>
            </a:defPPr>
            <a:lvl1pPr algn="ctr">
              <a:defRPr sz="2200" u="sng">
                <a:solidFill>
                  <a:srgbClr val="5A666E"/>
                </a:solidFill>
                <a:latin typeface="KoPub돋움체 Light" pitchFamily="18" charset="-127"/>
                <a:ea typeface="KoPub돋움체 Light" pitchFamily="18" charset="-127"/>
              </a:defRPr>
            </a:lvl1pPr>
          </a:lstStyle>
          <a:p>
            <a:pPr marL="0" marR="0" lvl="1" indent="0" fontAlgn="auto">
              <a:lnSpc>
                <a:spcPct val="100000"/>
              </a:lnSpc>
              <a:spcBef>
                <a:spcPts val="1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spc="-1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연구 배경 및 필요성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11F1A3F-A2A9-4CA6-8AA2-D4D24D2C7420}"/>
              </a:ext>
            </a:extLst>
          </p:cNvPr>
          <p:cNvGrpSpPr/>
          <p:nvPr/>
        </p:nvGrpSpPr>
        <p:grpSpPr>
          <a:xfrm>
            <a:off x="258711" y="205966"/>
            <a:ext cx="547630" cy="514706"/>
            <a:chOff x="258711" y="118882"/>
            <a:chExt cx="547630" cy="514706"/>
          </a:xfrm>
        </p:grpSpPr>
        <p:sp>
          <p:nvSpPr>
            <p:cNvPr id="20" name="Text Box 6607">
              <a:extLst>
                <a:ext uri="{FF2B5EF4-FFF2-40B4-BE49-F238E27FC236}">
                  <a16:creationId xmlns:a16="http://schemas.microsoft.com/office/drawing/2014/main" id="{F531F155-5F4B-4AD9-A243-75EE7CEBF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91" y="128066"/>
              <a:ext cx="362072" cy="321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72000" anchor="ctr" anchorCtr="0">
              <a:noAutofit/>
              <a:scene3d>
                <a:camera prst="orthographicFront"/>
                <a:lightRig rig="threePt" dir="t"/>
              </a:scene3d>
              <a:sp3d prstMaterial="matte"/>
            </a:bodyPr>
            <a:lstStyle>
              <a:lvl1pPr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defTabSz="755934" eaLnBrk="1" hangingPunct="1">
                <a:spcBef>
                  <a:spcPts val="827"/>
                </a:spcBef>
                <a:spcAft>
                  <a:spcPct val="30000"/>
                </a:spcAft>
              </a:pPr>
              <a:r>
                <a:rPr lang="en-US" altLang="ko-KR" sz="2800" b="1" dirty="0">
                  <a:ln w="127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Ⅰ</a:t>
              </a:r>
              <a:endParaRPr lang="ko-KR" altLang="en-US" sz="7200" b="1" dirty="0">
                <a:ln w="127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B413ACA-3F95-4C63-84ED-D70617C1D054}"/>
                </a:ext>
              </a:extLst>
            </p:cNvPr>
            <p:cNvGrpSpPr/>
            <p:nvPr/>
          </p:nvGrpSpPr>
          <p:grpSpPr>
            <a:xfrm>
              <a:off x="258711" y="118882"/>
              <a:ext cx="547630" cy="514706"/>
              <a:chOff x="258711" y="120324"/>
              <a:chExt cx="547630" cy="514706"/>
            </a:xfrm>
          </p:grpSpPr>
          <p:sp>
            <p:nvSpPr>
              <p:cNvPr id="22" name="Text Box 6607">
                <a:extLst>
                  <a:ext uri="{FF2B5EF4-FFF2-40B4-BE49-F238E27FC236}">
                    <a16:creationId xmlns:a16="http://schemas.microsoft.com/office/drawing/2014/main" id="{74FB8D9A-4BA0-405D-83CD-5BA75B3170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536" y="496531"/>
                <a:ext cx="419988" cy="138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 contourW="6350"/>
              </a:bodyPr>
              <a:lstStyle>
                <a:lvl1pPr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defTabSz="995597" eaLnBrk="1" latinLnBrk="0" hangingPunct="1">
                  <a:spcBef>
                    <a:spcPct val="30000"/>
                  </a:spcBef>
                  <a:spcAft>
                    <a:spcPct val="30000"/>
                  </a:spcAft>
                </a:pPr>
                <a:r>
                  <a:rPr kumimoji="0" lang="en-US" altLang="ko-KR" sz="900" b="1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Chapter</a:t>
                </a:r>
                <a:endParaRPr kumimoji="0" lang="ko-KR" altLang="en-US" sz="9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endParaRPr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D90B8838-EB75-4D03-AA8A-D15AB7629659}"/>
                  </a:ext>
                </a:extLst>
              </p:cNvPr>
              <p:cNvGrpSpPr/>
              <p:nvPr/>
            </p:nvGrpSpPr>
            <p:grpSpPr>
              <a:xfrm>
                <a:off x="258711" y="120324"/>
                <a:ext cx="547630" cy="313490"/>
                <a:chOff x="906716" y="1957887"/>
                <a:chExt cx="913255" cy="544917"/>
              </a:xfrm>
            </p:grpSpPr>
            <p:sp>
              <p:nvSpPr>
                <p:cNvPr id="24" name="왼쪽 대괄호 23">
                  <a:extLst>
                    <a:ext uri="{FF2B5EF4-FFF2-40B4-BE49-F238E27FC236}">
                      <a16:creationId xmlns:a16="http://schemas.microsoft.com/office/drawing/2014/main" id="{4BF6D679-F9BF-4214-A9AD-F6CE3C0C037B}"/>
                    </a:ext>
                  </a:extLst>
                </p:cNvPr>
                <p:cNvSpPr/>
                <p:nvPr/>
              </p:nvSpPr>
              <p:spPr>
                <a:xfrm>
                  <a:off x="906716" y="1960684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  <p:sp>
              <p:nvSpPr>
                <p:cNvPr id="26" name="왼쪽 대괄호 25">
                  <a:extLst>
                    <a:ext uri="{FF2B5EF4-FFF2-40B4-BE49-F238E27FC236}">
                      <a16:creationId xmlns:a16="http://schemas.microsoft.com/office/drawing/2014/main" id="{2671ADE1-7233-4F2B-B820-9DBD713B3C80}"/>
                    </a:ext>
                  </a:extLst>
                </p:cNvPr>
                <p:cNvSpPr/>
                <p:nvPr/>
              </p:nvSpPr>
              <p:spPr>
                <a:xfrm flipH="1">
                  <a:off x="1687919" y="1957887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831B833-FDC1-49F0-A85E-BA915F59EAED}"/>
              </a:ext>
            </a:extLst>
          </p:cNvPr>
          <p:cNvSpPr txBox="1"/>
          <p:nvPr/>
        </p:nvSpPr>
        <p:spPr>
          <a:xfrm>
            <a:off x="532527" y="1302845"/>
            <a:ext cx="10670039" cy="4664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사법적 판단은 법률과 증거에 근거하여 공정하고 독립적으로 이루어져야 함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그러나 인간 법관의 판단에는 개인적 가치관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인지적 편향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사회적 관계 및 외부의 부당한 영향력이 개입할 가능성이 존재함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최근 생성형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발전으로 법률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증거자료를 분석하여 독립적인 법률적 판단을 제시하는 기술적 가능성이 확대되고 있음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이에 따라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법관의 단순 업무지원 도구가 아닌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인간 판결의 객관성과 일관성을 검증하기 위한 독립적인 참조체계로 활용할 가능성을 검토할 필요가 있음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그러나 이러한 체계의 도입은 사법권 독립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AI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판단의 신뢰성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설명가능성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개인정보 보호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책임 소재 등 법적 쟁점을 수반함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따라서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판결 검증체계의 도입 가능성과 법적 통제 요건을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거버넌스 관점에서 연구하고자 함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434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4EF7-E007-6DC7-82C4-592A1FF2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AD25374-09DA-8660-C56E-5CBDDF2E6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14280211-D078-D327-FEC3-5300102D85AE}"/>
              </a:ext>
            </a:extLst>
          </p:cNvPr>
          <p:cNvSpPr txBox="1"/>
          <p:nvPr/>
        </p:nvSpPr>
        <p:spPr>
          <a:xfrm>
            <a:off x="1017219" y="161668"/>
            <a:ext cx="2744341" cy="467239"/>
          </a:xfrm>
          <a:prstGeom prst="rect">
            <a:avLst/>
          </a:prstGeom>
          <a:noFill/>
          <a:sp3d>
            <a:bevelT w="0" h="6350"/>
          </a:sp3d>
        </p:spPr>
        <p:txBody>
          <a:bodyPr wrap="none" lIns="0" tIns="36000" rIns="0" bIns="0" rtlCol="0" anchor="ctr" anchorCtr="0">
            <a:spAutoFit/>
          </a:bodyPr>
          <a:lstStyle>
            <a:defPPr>
              <a:defRPr lang="ko-KR"/>
            </a:defPPr>
            <a:lvl1pPr algn="ctr">
              <a:defRPr sz="2200" u="sng">
                <a:solidFill>
                  <a:srgbClr val="5A666E"/>
                </a:solidFill>
                <a:latin typeface="KoPub돋움체 Light" pitchFamily="18" charset="-127"/>
                <a:ea typeface="KoPub돋움체 Light" pitchFamily="18" charset="-127"/>
              </a:defRPr>
            </a:lvl1pPr>
          </a:lstStyle>
          <a:p>
            <a:pPr marL="0" marR="0" lvl="1" indent="0" fontAlgn="auto">
              <a:lnSpc>
                <a:spcPct val="100000"/>
              </a:lnSpc>
              <a:spcBef>
                <a:spcPts val="1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spc="-1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연구 배경 및 필요성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11F1A3F-A2A9-4CA6-8AA2-D4D24D2C7420}"/>
              </a:ext>
            </a:extLst>
          </p:cNvPr>
          <p:cNvGrpSpPr/>
          <p:nvPr/>
        </p:nvGrpSpPr>
        <p:grpSpPr>
          <a:xfrm>
            <a:off x="258711" y="205966"/>
            <a:ext cx="547630" cy="514706"/>
            <a:chOff x="258711" y="118882"/>
            <a:chExt cx="547630" cy="514706"/>
          </a:xfrm>
        </p:grpSpPr>
        <p:sp>
          <p:nvSpPr>
            <p:cNvPr id="20" name="Text Box 6607">
              <a:extLst>
                <a:ext uri="{FF2B5EF4-FFF2-40B4-BE49-F238E27FC236}">
                  <a16:creationId xmlns:a16="http://schemas.microsoft.com/office/drawing/2014/main" id="{F531F155-5F4B-4AD9-A243-75EE7CEBF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91" y="128066"/>
              <a:ext cx="362072" cy="321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72000" anchor="ctr" anchorCtr="0">
              <a:noAutofit/>
              <a:scene3d>
                <a:camera prst="orthographicFront"/>
                <a:lightRig rig="threePt" dir="t"/>
              </a:scene3d>
              <a:sp3d prstMaterial="matte"/>
            </a:bodyPr>
            <a:lstStyle>
              <a:lvl1pPr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defTabSz="755934" eaLnBrk="1" hangingPunct="1">
                <a:spcBef>
                  <a:spcPts val="827"/>
                </a:spcBef>
                <a:spcAft>
                  <a:spcPct val="30000"/>
                </a:spcAft>
              </a:pPr>
              <a:r>
                <a:rPr lang="en-US" altLang="ko-KR" sz="2800" b="1" dirty="0">
                  <a:ln w="127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Ⅰ</a:t>
              </a:r>
              <a:endParaRPr lang="ko-KR" altLang="en-US" sz="7200" b="1" dirty="0">
                <a:ln w="127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B413ACA-3F95-4C63-84ED-D70617C1D054}"/>
                </a:ext>
              </a:extLst>
            </p:cNvPr>
            <p:cNvGrpSpPr/>
            <p:nvPr/>
          </p:nvGrpSpPr>
          <p:grpSpPr>
            <a:xfrm>
              <a:off x="258711" y="118882"/>
              <a:ext cx="547630" cy="514706"/>
              <a:chOff x="258711" y="120324"/>
              <a:chExt cx="547630" cy="514706"/>
            </a:xfrm>
          </p:grpSpPr>
          <p:sp>
            <p:nvSpPr>
              <p:cNvPr id="22" name="Text Box 6607">
                <a:extLst>
                  <a:ext uri="{FF2B5EF4-FFF2-40B4-BE49-F238E27FC236}">
                    <a16:creationId xmlns:a16="http://schemas.microsoft.com/office/drawing/2014/main" id="{74FB8D9A-4BA0-405D-83CD-5BA75B3170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536" y="496531"/>
                <a:ext cx="419988" cy="138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 contourW="6350"/>
              </a:bodyPr>
              <a:lstStyle>
                <a:lvl1pPr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defTabSz="995597" eaLnBrk="1" latinLnBrk="0" hangingPunct="1">
                  <a:spcBef>
                    <a:spcPct val="30000"/>
                  </a:spcBef>
                  <a:spcAft>
                    <a:spcPct val="30000"/>
                  </a:spcAft>
                </a:pPr>
                <a:r>
                  <a:rPr kumimoji="0" lang="en-US" altLang="ko-KR" sz="900" b="1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Chapter</a:t>
                </a:r>
                <a:endParaRPr kumimoji="0" lang="ko-KR" altLang="en-US" sz="9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endParaRPr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D90B8838-EB75-4D03-AA8A-D15AB7629659}"/>
                  </a:ext>
                </a:extLst>
              </p:cNvPr>
              <p:cNvGrpSpPr/>
              <p:nvPr/>
            </p:nvGrpSpPr>
            <p:grpSpPr>
              <a:xfrm>
                <a:off x="258711" y="120324"/>
                <a:ext cx="547630" cy="313490"/>
                <a:chOff x="906716" y="1957887"/>
                <a:chExt cx="913255" cy="544917"/>
              </a:xfrm>
            </p:grpSpPr>
            <p:sp>
              <p:nvSpPr>
                <p:cNvPr id="24" name="왼쪽 대괄호 23">
                  <a:extLst>
                    <a:ext uri="{FF2B5EF4-FFF2-40B4-BE49-F238E27FC236}">
                      <a16:creationId xmlns:a16="http://schemas.microsoft.com/office/drawing/2014/main" id="{4BF6D679-F9BF-4214-A9AD-F6CE3C0C037B}"/>
                    </a:ext>
                  </a:extLst>
                </p:cNvPr>
                <p:cNvSpPr/>
                <p:nvPr/>
              </p:nvSpPr>
              <p:spPr>
                <a:xfrm>
                  <a:off x="906716" y="1960684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  <p:sp>
              <p:nvSpPr>
                <p:cNvPr id="26" name="왼쪽 대괄호 25">
                  <a:extLst>
                    <a:ext uri="{FF2B5EF4-FFF2-40B4-BE49-F238E27FC236}">
                      <a16:creationId xmlns:a16="http://schemas.microsoft.com/office/drawing/2014/main" id="{2671ADE1-7233-4F2B-B820-9DBD713B3C80}"/>
                    </a:ext>
                  </a:extLst>
                </p:cNvPr>
                <p:cNvSpPr/>
                <p:nvPr/>
              </p:nvSpPr>
              <p:spPr>
                <a:xfrm flipH="1">
                  <a:off x="1687919" y="1957887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</p:grp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DA7EE78-143E-4D31-A0D5-05D46366D547}"/>
              </a:ext>
            </a:extLst>
          </p:cNvPr>
          <p:cNvGrpSpPr/>
          <p:nvPr/>
        </p:nvGrpSpPr>
        <p:grpSpPr>
          <a:xfrm>
            <a:off x="173897" y="951644"/>
            <a:ext cx="1068690" cy="1017671"/>
            <a:chOff x="7382536" y="3433546"/>
            <a:chExt cx="1068690" cy="1017671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3833293-6D18-4DD8-911D-699D796657C1}"/>
                </a:ext>
              </a:extLst>
            </p:cNvPr>
            <p:cNvSpPr/>
            <p:nvPr/>
          </p:nvSpPr>
          <p:spPr>
            <a:xfrm>
              <a:off x="7382536" y="3433546"/>
              <a:ext cx="1068690" cy="1017671"/>
            </a:xfrm>
            <a:prstGeom prst="ellipse">
              <a:avLst/>
            </a:prstGeom>
            <a:solidFill>
              <a:srgbClr val="ED4713">
                <a:alpha val="11000"/>
              </a:srgbClr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kumimoji="1" lang="ko-KR" altLang="en-US" sz="1200" b="1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99C8E6F-A3A8-40BE-BF84-84E24D511E9F}"/>
                </a:ext>
              </a:extLst>
            </p:cNvPr>
            <p:cNvSpPr/>
            <p:nvPr/>
          </p:nvSpPr>
          <p:spPr>
            <a:xfrm>
              <a:off x="7442441" y="3490593"/>
              <a:ext cx="948880" cy="903578"/>
            </a:xfrm>
            <a:prstGeom prst="ellipse">
              <a:avLst/>
            </a:prstGeom>
            <a:solidFill>
              <a:srgbClr val="ED4713">
                <a:alpha val="30000"/>
              </a:srgbClr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kumimoji="1" lang="ko-KR" altLang="en-US" sz="1200" b="1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7B6C174-4DC9-4092-80D4-9EE97846CFBE}"/>
                </a:ext>
              </a:extLst>
            </p:cNvPr>
            <p:cNvSpPr/>
            <p:nvPr/>
          </p:nvSpPr>
          <p:spPr>
            <a:xfrm>
              <a:off x="7500862" y="3546223"/>
              <a:ext cx="832038" cy="792317"/>
            </a:xfrm>
            <a:prstGeom prst="ellipse">
              <a:avLst/>
            </a:prstGeom>
            <a:solidFill>
              <a:srgbClr val="EF603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21A916-C22F-4448-8DB9-1E5A5DECF121}"/>
                </a:ext>
              </a:extLst>
            </p:cNvPr>
            <p:cNvSpPr txBox="1"/>
            <p:nvPr/>
          </p:nvSpPr>
          <p:spPr>
            <a:xfrm>
              <a:off x="7724522" y="3819272"/>
              <a:ext cx="384721" cy="24622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defTabSz="1043056" fontAlgn="auto">
                <a:spcBef>
                  <a:spcPts val="0"/>
                </a:spcBef>
                <a:spcAft>
                  <a:spcPts val="0"/>
                </a:spcAft>
                <a:buSzPct val="90000"/>
                <a:defRPr kumimoji="0" sz="1600" spc="-50">
                  <a:ln>
                    <a:solidFill>
                      <a:prstClr val="white">
                        <a:lumMod val="65000"/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  <a:lvl2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2pPr>
              <a:lvl3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3pPr>
              <a:lvl4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4pPr>
              <a:lvl5pPr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defTabSz="457200">
                <a:buSzTx/>
                <a:defRPr/>
              </a:pPr>
              <a:r>
                <a:rPr lang="ko-KR" altLang="en-US" b="1" kern="0" spc="-100" dirty="0">
                  <a:ln>
                    <a:solidFill>
                      <a:srgbClr val="2DA2B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예시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F25A98F-D933-4867-89D0-E521F653653C}"/>
              </a:ext>
            </a:extLst>
          </p:cNvPr>
          <p:cNvSpPr txBox="1"/>
          <p:nvPr/>
        </p:nvSpPr>
        <p:spPr>
          <a:xfrm>
            <a:off x="1241103" y="854237"/>
            <a:ext cx="7996203" cy="12571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latinLnBrk="0">
              <a:lnSpc>
                <a:spcPct val="150000"/>
              </a:lnSpc>
              <a:defRPr/>
            </a:pPr>
            <a:r>
              <a:rPr lang="ko-KR" altLang="en-US" sz="2000" b="1" kern="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윤석열</a:t>
            </a:r>
            <a:r>
              <a:rPr lang="ko-KR" altLang="en-US" sz="2000" b="1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전 대통령과 </a:t>
            </a:r>
            <a:r>
              <a:rPr lang="ko-KR" altLang="en-US" sz="2000" b="1" kern="0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명태균</a:t>
            </a:r>
            <a:r>
              <a:rPr lang="ko-KR" altLang="en-US" sz="2000" b="1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씨의 정치자금법 위반 사건</a:t>
            </a:r>
            <a:endParaRPr lang="en-US" altLang="ko-KR" sz="2000" b="1" kern="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윤 전 대통령은 김건희 씨와 공모해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2021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월부터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월까지 명 씨로부터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억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천만 원 상당의 여론조사 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58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회를 무료로 제공받은 혐의로 재판에 </a:t>
            </a:r>
            <a:r>
              <a:rPr lang="ko-KR" alt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넘겨졌음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CF9255-ADF1-40BF-B3DA-8D35B2E1E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4976" y="912130"/>
            <a:ext cx="2008414" cy="1338943"/>
          </a:xfrm>
          <a:prstGeom prst="rect">
            <a:avLst/>
          </a:prstGeom>
        </p:spPr>
      </p:pic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757F6CC-C42F-4F1C-A754-9C7178042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178525"/>
              </p:ext>
            </p:extLst>
          </p:nvPr>
        </p:nvGraphicFramePr>
        <p:xfrm>
          <a:off x="689309" y="2370723"/>
          <a:ext cx="10813381" cy="3411921"/>
        </p:xfrm>
        <a:graphic>
          <a:graphicData uri="http://schemas.openxmlformats.org/drawingml/2006/table">
            <a:tbl>
              <a:tblPr/>
              <a:tblGrid>
                <a:gridCol w="770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5635">
                  <a:extLst>
                    <a:ext uri="{9D8B030D-6E8A-4147-A177-3AD203B41FA5}">
                      <a16:colId xmlns:a16="http://schemas.microsoft.com/office/drawing/2014/main" val="3071821346"/>
                    </a:ext>
                  </a:extLst>
                </a:gridCol>
                <a:gridCol w="4049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119">
                  <a:extLst>
                    <a:ext uri="{9D8B030D-6E8A-4147-A177-3AD203B41FA5}">
                      <a16:colId xmlns:a16="http://schemas.microsoft.com/office/drawing/2014/main" val="3466015415"/>
                    </a:ext>
                  </a:extLst>
                </a:gridCol>
              </a:tblGrid>
              <a:tr h="358287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구분</a:t>
                      </a:r>
                    </a:p>
                  </a:txBody>
                  <a:tcPr marL="35996" marR="35996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심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(2026.07.03)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17904" marR="17904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심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(2026.10.07)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17904" marR="17904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41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재판부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서울지방법원 형사합의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33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부 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이진관 재판장</a:t>
                      </a:r>
                      <a:r>
                        <a:rPr lang="en-US" altLang="ko-KR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서울고등법원 형사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부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구회근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재판장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442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판결</a:t>
                      </a:r>
                      <a:endParaRPr lang="en-US" altLang="ko-KR" sz="1200" b="1" kern="1200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dirty="0" err="1"/>
                        <a:t>윤석열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징역 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년</a:t>
                      </a:r>
                    </a:p>
                    <a:p>
                      <a:r>
                        <a:rPr lang="ko-KR" altLang="en-US" sz="1200" dirty="0"/>
                        <a:t>추징금 </a:t>
                      </a:r>
                      <a:r>
                        <a:rPr lang="en-US" altLang="ko-KR" sz="1200" dirty="0"/>
                        <a:t>1,396</a:t>
                      </a:r>
                      <a:r>
                        <a:rPr lang="ko-KR" altLang="en-US" sz="1200" dirty="0"/>
                        <a:t>만 </a:t>
                      </a:r>
                      <a:r>
                        <a:rPr lang="en-US" altLang="ko-KR" sz="1200" dirty="0"/>
                        <a:t>3,600</a:t>
                      </a:r>
                      <a:r>
                        <a:rPr lang="ko-KR" altLang="en-US" sz="1200" dirty="0"/>
                        <a:t>원</a:t>
                      </a:r>
                    </a:p>
                    <a:p>
                      <a:r>
                        <a:rPr lang="ko-KR" altLang="en-US" sz="1200" dirty="0" err="1"/>
                        <a:t>명태균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징역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6</a:t>
                      </a:r>
                      <a:r>
                        <a:rPr lang="ko-KR" altLang="en-US" sz="1200" dirty="0"/>
                        <a:t>개월</a:t>
                      </a: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 err="1"/>
                        <a:t>윤석열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무죄</a:t>
                      </a:r>
                    </a:p>
                    <a:p>
                      <a:r>
                        <a:rPr lang="ko-KR" altLang="en-US" sz="1200" dirty="0" err="1"/>
                        <a:t>명태균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무죄</a:t>
                      </a:r>
                    </a:p>
                    <a:p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심 유죄 부분 파기</a:t>
                      </a: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661"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법적 쟁점 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여론조사의 성격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비용이 발생하는 유상 서비스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정치적 조언을 위한 자료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수단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736037"/>
                  </a:ext>
                </a:extLst>
              </a:tr>
              <a:tr h="321661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재산상 이익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여론조사 비용을 부담하지 않아 경제적 이익 발생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정치적 도움은 있었더라도 금전으로 환산할 재산상 이익은 인정하기 어려움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82201"/>
                  </a:ext>
                </a:extLst>
              </a:tr>
              <a:tr h="321661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사전 의뢰</a:t>
                      </a:r>
                      <a:r>
                        <a:rPr lang="en-US" altLang="ko-KR" sz="12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2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합의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윤석열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부부와 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명태균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사이 묵시적 의사 합치 인정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의뢰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협의 등 의사 합치를 입증할 증거 부족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235231"/>
                  </a:ext>
                </a:extLst>
              </a:tr>
              <a:tr h="321661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여론조사 실시 주체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윤석열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측에 유리한 조사와 제공 경위를 합의의 정황으로 평가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명태균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측의 독자적인 의사와 판단으로 실시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191257"/>
                  </a:ext>
                </a:extLst>
              </a:tr>
              <a:tr h="321661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조사 결과 전달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직접 전달된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14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회에 한해 유죄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58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회 전체에 대해 범죄 성립 인정 불가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571007"/>
                  </a:ext>
                </a:extLst>
              </a:tr>
              <a:tr h="321661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정치자금 기부의 고의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묵시적 합의 등을 근거로 인정 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정치자금 기부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수수의 고의 인정 불가</a:t>
                      </a:r>
                      <a:endParaRPr lang="en-US" altLang="ko-KR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57996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5F3E3CB-11D0-4D76-8468-5F1549925C89}"/>
              </a:ext>
            </a:extLst>
          </p:cNvPr>
          <p:cNvSpPr txBox="1"/>
          <p:nvPr/>
        </p:nvSpPr>
        <p:spPr>
          <a:xfrm>
            <a:off x="951043" y="5884322"/>
            <a:ext cx="9991331" cy="795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동일한 사건과 증거에 대해 법원이 상반된 결론을 내렸을 때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독립적인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검증체계는 법률 해석의 차이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증거 평가의 차이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판결 논리의 일관성을 객관적으로 비교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분석할 수 있는가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5730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4EF7-E007-6DC7-82C4-592A1FF2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AD25374-09DA-8660-C56E-5CBDDF2E6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14280211-D078-D327-FEC3-5300102D85AE}"/>
              </a:ext>
            </a:extLst>
          </p:cNvPr>
          <p:cNvSpPr txBox="1"/>
          <p:nvPr/>
        </p:nvSpPr>
        <p:spPr>
          <a:xfrm>
            <a:off x="1017219" y="161668"/>
            <a:ext cx="1333698" cy="467239"/>
          </a:xfrm>
          <a:prstGeom prst="rect">
            <a:avLst/>
          </a:prstGeom>
          <a:noFill/>
          <a:sp3d>
            <a:bevelT w="0" h="6350"/>
          </a:sp3d>
        </p:spPr>
        <p:txBody>
          <a:bodyPr wrap="none" lIns="0" tIns="36000" rIns="0" bIns="0" rtlCol="0" anchor="ctr" anchorCtr="0">
            <a:spAutoFit/>
          </a:bodyPr>
          <a:lstStyle>
            <a:defPPr>
              <a:defRPr lang="ko-KR"/>
            </a:defPPr>
            <a:lvl1pPr algn="ctr">
              <a:defRPr sz="2200" u="sng">
                <a:solidFill>
                  <a:srgbClr val="5A666E"/>
                </a:solidFill>
                <a:latin typeface="KoPub돋움체 Light" pitchFamily="18" charset="-127"/>
                <a:ea typeface="KoPub돋움체 Light" pitchFamily="18" charset="-127"/>
              </a:defRPr>
            </a:lvl1pPr>
          </a:lstStyle>
          <a:p>
            <a:pPr marL="0" marR="0" lvl="1" indent="0" fontAlgn="auto">
              <a:lnSpc>
                <a:spcPct val="100000"/>
              </a:lnSpc>
              <a:spcBef>
                <a:spcPts val="1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spc="-1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연구 목적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11F1A3F-A2A9-4CA6-8AA2-D4D24D2C7420}"/>
              </a:ext>
            </a:extLst>
          </p:cNvPr>
          <p:cNvGrpSpPr/>
          <p:nvPr/>
        </p:nvGrpSpPr>
        <p:grpSpPr>
          <a:xfrm>
            <a:off x="258711" y="205966"/>
            <a:ext cx="547630" cy="514706"/>
            <a:chOff x="258711" y="118882"/>
            <a:chExt cx="547630" cy="514706"/>
          </a:xfrm>
        </p:grpSpPr>
        <p:sp>
          <p:nvSpPr>
            <p:cNvPr id="20" name="Text Box 6607">
              <a:extLst>
                <a:ext uri="{FF2B5EF4-FFF2-40B4-BE49-F238E27FC236}">
                  <a16:creationId xmlns:a16="http://schemas.microsoft.com/office/drawing/2014/main" id="{F531F155-5F4B-4AD9-A243-75EE7CEBF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91" y="128066"/>
              <a:ext cx="362072" cy="321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72000" anchor="ctr" anchorCtr="0">
              <a:noAutofit/>
              <a:scene3d>
                <a:camera prst="orthographicFront"/>
                <a:lightRig rig="threePt" dir="t"/>
              </a:scene3d>
              <a:sp3d prstMaterial="matte"/>
            </a:bodyPr>
            <a:lstStyle>
              <a:lvl1pPr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defTabSz="755934" eaLnBrk="1" hangingPunct="1">
                <a:spcBef>
                  <a:spcPts val="827"/>
                </a:spcBef>
                <a:spcAft>
                  <a:spcPct val="30000"/>
                </a:spcAft>
              </a:pPr>
              <a:r>
                <a:rPr lang="en-US" altLang="ko-KR" sz="2800" b="1" dirty="0">
                  <a:ln w="127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Ⅱ</a:t>
              </a:r>
              <a:endParaRPr lang="ko-KR" altLang="en-US" sz="7200" b="1" dirty="0">
                <a:ln w="127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B413ACA-3F95-4C63-84ED-D70617C1D054}"/>
                </a:ext>
              </a:extLst>
            </p:cNvPr>
            <p:cNvGrpSpPr/>
            <p:nvPr/>
          </p:nvGrpSpPr>
          <p:grpSpPr>
            <a:xfrm>
              <a:off x="258711" y="118882"/>
              <a:ext cx="547630" cy="514706"/>
              <a:chOff x="258711" y="120324"/>
              <a:chExt cx="547630" cy="514706"/>
            </a:xfrm>
          </p:grpSpPr>
          <p:sp>
            <p:nvSpPr>
              <p:cNvPr id="22" name="Text Box 6607">
                <a:extLst>
                  <a:ext uri="{FF2B5EF4-FFF2-40B4-BE49-F238E27FC236}">
                    <a16:creationId xmlns:a16="http://schemas.microsoft.com/office/drawing/2014/main" id="{74FB8D9A-4BA0-405D-83CD-5BA75B3170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536" y="496531"/>
                <a:ext cx="419988" cy="138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 contourW="6350"/>
              </a:bodyPr>
              <a:lstStyle>
                <a:lvl1pPr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defTabSz="995597" eaLnBrk="1" latinLnBrk="0" hangingPunct="1">
                  <a:spcBef>
                    <a:spcPct val="30000"/>
                  </a:spcBef>
                  <a:spcAft>
                    <a:spcPct val="30000"/>
                  </a:spcAft>
                </a:pPr>
                <a:r>
                  <a:rPr kumimoji="0" lang="en-US" altLang="ko-KR" sz="900" b="1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Chapter</a:t>
                </a:r>
                <a:endParaRPr kumimoji="0" lang="ko-KR" altLang="en-US" sz="9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endParaRPr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D90B8838-EB75-4D03-AA8A-D15AB7629659}"/>
                  </a:ext>
                </a:extLst>
              </p:cNvPr>
              <p:cNvGrpSpPr/>
              <p:nvPr/>
            </p:nvGrpSpPr>
            <p:grpSpPr>
              <a:xfrm>
                <a:off x="258711" y="120324"/>
                <a:ext cx="547630" cy="313490"/>
                <a:chOff x="906716" y="1957887"/>
                <a:chExt cx="913255" cy="544917"/>
              </a:xfrm>
            </p:grpSpPr>
            <p:sp>
              <p:nvSpPr>
                <p:cNvPr id="24" name="왼쪽 대괄호 23">
                  <a:extLst>
                    <a:ext uri="{FF2B5EF4-FFF2-40B4-BE49-F238E27FC236}">
                      <a16:creationId xmlns:a16="http://schemas.microsoft.com/office/drawing/2014/main" id="{4BF6D679-F9BF-4214-A9AD-F6CE3C0C037B}"/>
                    </a:ext>
                  </a:extLst>
                </p:cNvPr>
                <p:cNvSpPr/>
                <p:nvPr/>
              </p:nvSpPr>
              <p:spPr>
                <a:xfrm>
                  <a:off x="906716" y="1960684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  <p:sp>
              <p:nvSpPr>
                <p:cNvPr id="26" name="왼쪽 대괄호 25">
                  <a:extLst>
                    <a:ext uri="{FF2B5EF4-FFF2-40B4-BE49-F238E27FC236}">
                      <a16:creationId xmlns:a16="http://schemas.microsoft.com/office/drawing/2014/main" id="{2671ADE1-7233-4F2B-B820-9DBD713B3C80}"/>
                    </a:ext>
                  </a:extLst>
                </p:cNvPr>
                <p:cNvSpPr/>
                <p:nvPr/>
              </p:nvSpPr>
              <p:spPr>
                <a:xfrm flipH="1">
                  <a:off x="1687919" y="1957887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</p:grp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7DF0B1B-44FD-4839-A017-3DB62CA3291B}"/>
              </a:ext>
            </a:extLst>
          </p:cNvPr>
          <p:cNvSpPr txBox="1"/>
          <p:nvPr/>
        </p:nvSpPr>
        <p:spPr>
          <a:xfrm>
            <a:off x="532527" y="1558359"/>
            <a:ext cx="10968174" cy="3895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 연구는 인간의 사법적 판단에 내재할 수 있는 편향을 견제하고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사법적 공정성과 투명성을 강화하기 위한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검증체계의 법적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제도적 도입 방안을 제시하는 것을 목적으로 함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구체적으로 다음 세 가지를 검토함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법적 정당성 분석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AI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사법판단 검증체계와 헌법상 사법권 독립 및 재판 받을 권리의 관계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국내외 </a:t>
            </a:r>
            <a:r>
              <a:rPr lang="ko-KR" altLang="en-US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법규제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비교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EU AI Act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와 국내 인공지능기본법의 위험관리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투명성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인간 감독 규정 비교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거버넌스 모델 제안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AI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판단 결과의 독립성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공개 범위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이의제기 절차 및 책임구조를 포함한 제도 설계</a:t>
            </a:r>
          </a:p>
        </p:txBody>
      </p:sp>
    </p:spTree>
    <p:extLst>
      <p:ext uri="{BB962C8B-B14F-4D97-AF65-F5344CB8AC3E}">
        <p14:creationId xmlns:p14="http://schemas.microsoft.com/office/powerpoint/2010/main" val="3029306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4EF7-E007-6DC7-82C4-592A1FF2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AD25374-09DA-8660-C56E-5CBDDF2E6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14280211-D078-D327-FEC3-5300102D85AE}"/>
              </a:ext>
            </a:extLst>
          </p:cNvPr>
          <p:cNvSpPr txBox="1"/>
          <p:nvPr/>
        </p:nvSpPr>
        <p:spPr>
          <a:xfrm>
            <a:off x="1017219" y="161668"/>
            <a:ext cx="1333698" cy="467239"/>
          </a:xfrm>
          <a:prstGeom prst="rect">
            <a:avLst/>
          </a:prstGeom>
          <a:noFill/>
          <a:sp3d>
            <a:bevelT w="0" h="6350"/>
          </a:sp3d>
        </p:spPr>
        <p:txBody>
          <a:bodyPr wrap="none" lIns="0" tIns="36000" rIns="0" bIns="0" rtlCol="0" anchor="ctr" anchorCtr="0">
            <a:spAutoFit/>
          </a:bodyPr>
          <a:lstStyle>
            <a:defPPr>
              <a:defRPr lang="ko-KR"/>
            </a:defPPr>
            <a:lvl1pPr algn="ctr">
              <a:defRPr sz="2200" u="sng">
                <a:solidFill>
                  <a:srgbClr val="5A666E"/>
                </a:solidFill>
                <a:latin typeface="KoPub돋움체 Light" pitchFamily="18" charset="-127"/>
                <a:ea typeface="KoPub돋움체 Light" pitchFamily="18" charset="-127"/>
              </a:defRPr>
            </a:lvl1pPr>
          </a:lstStyle>
          <a:p>
            <a:pPr marL="0" marR="0" lvl="1" indent="0" fontAlgn="auto">
              <a:lnSpc>
                <a:spcPct val="100000"/>
              </a:lnSpc>
              <a:spcBef>
                <a:spcPts val="1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spc="-1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연구 질문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11F1A3F-A2A9-4CA6-8AA2-D4D24D2C7420}"/>
              </a:ext>
            </a:extLst>
          </p:cNvPr>
          <p:cNvGrpSpPr/>
          <p:nvPr/>
        </p:nvGrpSpPr>
        <p:grpSpPr>
          <a:xfrm>
            <a:off x="258711" y="205966"/>
            <a:ext cx="547630" cy="514706"/>
            <a:chOff x="258711" y="118882"/>
            <a:chExt cx="547630" cy="514706"/>
          </a:xfrm>
        </p:grpSpPr>
        <p:sp>
          <p:nvSpPr>
            <p:cNvPr id="20" name="Text Box 6607">
              <a:extLst>
                <a:ext uri="{FF2B5EF4-FFF2-40B4-BE49-F238E27FC236}">
                  <a16:creationId xmlns:a16="http://schemas.microsoft.com/office/drawing/2014/main" id="{F531F155-5F4B-4AD9-A243-75EE7CEBF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91" y="128066"/>
              <a:ext cx="362072" cy="321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72000" anchor="ctr" anchorCtr="0">
              <a:noAutofit/>
              <a:scene3d>
                <a:camera prst="orthographicFront"/>
                <a:lightRig rig="threePt" dir="t"/>
              </a:scene3d>
              <a:sp3d prstMaterial="matte"/>
            </a:bodyPr>
            <a:lstStyle>
              <a:lvl1pPr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defTabSz="755934" eaLnBrk="1" hangingPunct="1">
                <a:spcBef>
                  <a:spcPts val="827"/>
                </a:spcBef>
                <a:spcAft>
                  <a:spcPct val="30000"/>
                </a:spcAft>
              </a:pPr>
              <a:r>
                <a:rPr lang="en-US" altLang="ko-KR" sz="2800" b="1" dirty="0">
                  <a:ln w="127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Ⅲ</a:t>
              </a:r>
              <a:endParaRPr lang="ko-KR" altLang="en-US" sz="7200" b="1" dirty="0">
                <a:ln w="127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B413ACA-3F95-4C63-84ED-D70617C1D054}"/>
                </a:ext>
              </a:extLst>
            </p:cNvPr>
            <p:cNvGrpSpPr/>
            <p:nvPr/>
          </p:nvGrpSpPr>
          <p:grpSpPr>
            <a:xfrm>
              <a:off x="258711" y="118882"/>
              <a:ext cx="547630" cy="514706"/>
              <a:chOff x="258711" y="120324"/>
              <a:chExt cx="547630" cy="514706"/>
            </a:xfrm>
          </p:grpSpPr>
          <p:sp>
            <p:nvSpPr>
              <p:cNvPr id="22" name="Text Box 6607">
                <a:extLst>
                  <a:ext uri="{FF2B5EF4-FFF2-40B4-BE49-F238E27FC236}">
                    <a16:creationId xmlns:a16="http://schemas.microsoft.com/office/drawing/2014/main" id="{74FB8D9A-4BA0-405D-83CD-5BA75B3170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536" y="496531"/>
                <a:ext cx="419988" cy="138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 contourW="6350"/>
              </a:bodyPr>
              <a:lstStyle>
                <a:lvl1pPr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defTabSz="995597" eaLnBrk="1" latinLnBrk="0" hangingPunct="1">
                  <a:spcBef>
                    <a:spcPct val="30000"/>
                  </a:spcBef>
                  <a:spcAft>
                    <a:spcPct val="30000"/>
                  </a:spcAft>
                </a:pPr>
                <a:r>
                  <a:rPr kumimoji="0" lang="en-US" altLang="ko-KR" sz="900" b="1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Chapter</a:t>
                </a:r>
                <a:endParaRPr kumimoji="0" lang="ko-KR" altLang="en-US" sz="9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endParaRPr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D90B8838-EB75-4D03-AA8A-D15AB7629659}"/>
                  </a:ext>
                </a:extLst>
              </p:cNvPr>
              <p:cNvGrpSpPr/>
              <p:nvPr/>
            </p:nvGrpSpPr>
            <p:grpSpPr>
              <a:xfrm>
                <a:off x="258711" y="120324"/>
                <a:ext cx="547630" cy="313490"/>
                <a:chOff x="906716" y="1957887"/>
                <a:chExt cx="913255" cy="544917"/>
              </a:xfrm>
            </p:grpSpPr>
            <p:sp>
              <p:nvSpPr>
                <p:cNvPr id="24" name="왼쪽 대괄호 23">
                  <a:extLst>
                    <a:ext uri="{FF2B5EF4-FFF2-40B4-BE49-F238E27FC236}">
                      <a16:creationId xmlns:a16="http://schemas.microsoft.com/office/drawing/2014/main" id="{4BF6D679-F9BF-4214-A9AD-F6CE3C0C037B}"/>
                    </a:ext>
                  </a:extLst>
                </p:cNvPr>
                <p:cNvSpPr/>
                <p:nvPr/>
              </p:nvSpPr>
              <p:spPr>
                <a:xfrm>
                  <a:off x="906716" y="1960684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  <p:sp>
              <p:nvSpPr>
                <p:cNvPr id="26" name="왼쪽 대괄호 25">
                  <a:extLst>
                    <a:ext uri="{FF2B5EF4-FFF2-40B4-BE49-F238E27FC236}">
                      <a16:creationId xmlns:a16="http://schemas.microsoft.com/office/drawing/2014/main" id="{2671ADE1-7233-4F2B-B820-9DBD713B3C80}"/>
                    </a:ext>
                  </a:extLst>
                </p:cNvPr>
                <p:cNvSpPr/>
                <p:nvPr/>
              </p:nvSpPr>
              <p:spPr>
                <a:xfrm flipH="1">
                  <a:off x="1687919" y="1957887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</p:grp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8F27402-9F61-412B-8048-1DFD397619DD}"/>
              </a:ext>
            </a:extLst>
          </p:cNvPr>
          <p:cNvSpPr txBox="1"/>
          <p:nvPr/>
        </p:nvSpPr>
        <p:spPr>
          <a:xfrm>
            <a:off x="668474" y="1451729"/>
            <a:ext cx="10855052" cy="4933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핵심 연구 질문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(RQ)</a:t>
            </a: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독립적인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사법판단 검증체계는 어떠한 법적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제도적 조건 아래에서 사법적 공정성과 투명성 확보에 기여할 수 있는가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>
              <a:lnSpc>
                <a:spcPct val="200000"/>
              </a:lnSpc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RQ1. AI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활용한 사법판단 검증은 헌법상 법관의 독립성과 양립할 수 있는가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RQ2.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국내외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법규제는 사법판단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위험성과 책임성을 어떻게 규율하는가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RQ3. AI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검증 결과를 소송 당사자 및 국민에게 공개하기 위해 필요한 법적 통제장치는 무엇인가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>
              <a:lnSpc>
                <a:spcPct val="200000"/>
              </a:lnSpc>
            </a:pP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4639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4EF7-E007-6DC7-82C4-592A1FF2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AD25374-09DA-8660-C56E-5CBDDF2E6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14280211-D078-D327-FEC3-5300102D85AE}"/>
              </a:ext>
            </a:extLst>
          </p:cNvPr>
          <p:cNvSpPr txBox="1"/>
          <p:nvPr/>
        </p:nvSpPr>
        <p:spPr>
          <a:xfrm>
            <a:off x="1017219" y="161668"/>
            <a:ext cx="1333698" cy="467239"/>
          </a:xfrm>
          <a:prstGeom prst="rect">
            <a:avLst/>
          </a:prstGeom>
          <a:noFill/>
          <a:sp3d>
            <a:bevelT w="0" h="6350"/>
          </a:sp3d>
        </p:spPr>
        <p:txBody>
          <a:bodyPr wrap="none" lIns="0" tIns="36000" rIns="0" bIns="0" rtlCol="0" anchor="ctr" anchorCtr="0">
            <a:spAutoFit/>
          </a:bodyPr>
          <a:lstStyle>
            <a:defPPr>
              <a:defRPr lang="ko-KR"/>
            </a:defPPr>
            <a:lvl1pPr algn="ctr">
              <a:defRPr sz="2200" u="sng">
                <a:solidFill>
                  <a:srgbClr val="5A666E"/>
                </a:solidFill>
                <a:latin typeface="KoPub돋움체 Light" pitchFamily="18" charset="-127"/>
                <a:ea typeface="KoPub돋움체 Light" pitchFamily="18" charset="-127"/>
              </a:defRPr>
            </a:lvl1pPr>
          </a:lstStyle>
          <a:p>
            <a:pPr marL="0" marR="0" lvl="1" indent="0" fontAlgn="auto">
              <a:lnSpc>
                <a:spcPct val="100000"/>
              </a:lnSpc>
              <a:spcBef>
                <a:spcPts val="1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spc="-1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연구 방법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11F1A3F-A2A9-4CA6-8AA2-D4D24D2C7420}"/>
              </a:ext>
            </a:extLst>
          </p:cNvPr>
          <p:cNvGrpSpPr/>
          <p:nvPr/>
        </p:nvGrpSpPr>
        <p:grpSpPr>
          <a:xfrm>
            <a:off x="258711" y="205966"/>
            <a:ext cx="547630" cy="514706"/>
            <a:chOff x="258711" y="118882"/>
            <a:chExt cx="547630" cy="514706"/>
          </a:xfrm>
        </p:grpSpPr>
        <p:sp>
          <p:nvSpPr>
            <p:cNvPr id="20" name="Text Box 6607">
              <a:extLst>
                <a:ext uri="{FF2B5EF4-FFF2-40B4-BE49-F238E27FC236}">
                  <a16:creationId xmlns:a16="http://schemas.microsoft.com/office/drawing/2014/main" id="{F531F155-5F4B-4AD9-A243-75EE7CEBF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91" y="128066"/>
              <a:ext cx="362072" cy="321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72000" anchor="ctr" anchorCtr="0">
              <a:noAutofit/>
              <a:scene3d>
                <a:camera prst="orthographicFront"/>
                <a:lightRig rig="threePt" dir="t"/>
              </a:scene3d>
              <a:sp3d prstMaterial="matte"/>
            </a:bodyPr>
            <a:lstStyle>
              <a:lvl1pPr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defTabSz="755934" eaLnBrk="1" hangingPunct="1">
                <a:spcBef>
                  <a:spcPts val="827"/>
                </a:spcBef>
                <a:spcAft>
                  <a:spcPct val="30000"/>
                </a:spcAft>
              </a:pPr>
              <a:r>
                <a:rPr lang="en-US" altLang="ko-KR" sz="2800" b="1" dirty="0">
                  <a:ln w="127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Ⅳ</a:t>
              </a:r>
              <a:endParaRPr lang="ko-KR" altLang="en-US" sz="7200" b="1" dirty="0">
                <a:ln w="127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B413ACA-3F95-4C63-84ED-D70617C1D054}"/>
                </a:ext>
              </a:extLst>
            </p:cNvPr>
            <p:cNvGrpSpPr/>
            <p:nvPr/>
          </p:nvGrpSpPr>
          <p:grpSpPr>
            <a:xfrm>
              <a:off x="258711" y="118882"/>
              <a:ext cx="547630" cy="514706"/>
              <a:chOff x="258711" y="120324"/>
              <a:chExt cx="547630" cy="514706"/>
            </a:xfrm>
          </p:grpSpPr>
          <p:sp>
            <p:nvSpPr>
              <p:cNvPr id="22" name="Text Box 6607">
                <a:extLst>
                  <a:ext uri="{FF2B5EF4-FFF2-40B4-BE49-F238E27FC236}">
                    <a16:creationId xmlns:a16="http://schemas.microsoft.com/office/drawing/2014/main" id="{74FB8D9A-4BA0-405D-83CD-5BA75B3170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536" y="496531"/>
                <a:ext cx="419988" cy="138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 contourW="6350"/>
              </a:bodyPr>
              <a:lstStyle>
                <a:lvl1pPr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defTabSz="995597" eaLnBrk="1" latinLnBrk="0" hangingPunct="1">
                  <a:spcBef>
                    <a:spcPct val="30000"/>
                  </a:spcBef>
                  <a:spcAft>
                    <a:spcPct val="30000"/>
                  </a:spcAft>
                </a:pPr>
                <a:r>
                  <a:rPr kumimoji="0" lang="en-US" altLang="ko-KR" sz="900" b="1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Chapter</a:t>
                </a:r>
                <a:endParaRPr kumimoji="0" lang="ko-KR" altLang="en-US" sz="9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endParaRPr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D90B8838-EB75-4D03-AA8A-D15AB7629659}"/>
                  </a:ext>
                </a:extLst>
              </p:cNvPr>
              <p:cNvGrpSpPr/>
              <p:nvPr/>
            </p:nvGrpSpPr>
            <p:grpSpPr>
              <a:xfrm>
                <a:off x="258711" y="120324"/>
                <a:ext cx="547630" cy="313490"/>
                <a:chOff x="906716" y="1957887"/>
                <a:chExt cx="913255" cy="544917"/>
              </a:xfrm>
            </p:grpSpPr>
            <p:sp>
              <p:nvSpPr>
                <p:cNvPr id="24" name="왼쪽 대괄호 23">
                  <a:extLst>
                    <a:ext uri="{FF2B5EF4-FFF2-40B4-BE49-F238E27FC236}">
                      <a16:creationId xmlns:a16="http://schemas.microsoft.com/office/drawing/2014/main" id="{4BF6D679-F9BF-4214-A9AD-F6CE3C0C037B}"/>
                    </a:ext>
                  </a:extLst>
                </p:cNvPr>
                <p:cNvSpPr/>
                <p:nvPr/>
              </p:nvSpPr>
              <p:spPr>
                <a:xfrm>
                  <a:off x="906716" y="1960684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  <p:sp>
              <p:nvSpPr>
                <p:cNvPr id="26" name="왼쪽 대괄호 25">
                  <a:extLst>
                    <a:ext uri="{FF2B5EF4-FFF2-40B4-BE49-F238E27FC236}">
                      <a16:creationId xmlns:a16="http://schemas.microsoft.com/office/drawing/2014/main" id="{2671ADE1-7233-4F2B-B820-9DBD713B3C80}"/>
                    </a:ext>
                  </a:extLst>
                </p:cNvPr>
                <p:cNvSpPr/>
                <p:nvPr/>
              </p:nvSpPr>
              <p:spPr>
                <a:xfrm flipH="1">
                  <a:off x="1687919" y="1957887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</p:grp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C8C0FC2-8BF6-4341-9953-EBB3D7154614}"/>
              </a:ext>
            </a:extLst>
          </p:cNvPr>
          <p:cNvSpPr txBox="1"/>
          <p:nvPr/>
        </p:nvSpPr>
        <p:spPr>
          <a:xfrm>
            <a:off x="1073257" y="5424390"/>
            <a:ext cx="8996045" cy="97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본 연구는 법제 및 문헌 분석을 중심으로 수행함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판결 시스템의 개발이나 판결 정확도 실험은 연구 범위에서 제외함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498F94F-4B9A-488C-80DD-B3E608CA3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876020"/>
              </p:ext>
            </p:extLst>
          </p:nvPr>
        </p:nvGraphicFramePr>
        <p:xfrm>
          <a:off x="751272" y="1270956"/>
          <a:ext cx="10670039" cy="3798677"/>
        </p:xfrm>
        <a:graphic>
          <a:graphicData uri="http://schemas.openxmlformats.org/drawingml/2006/table">
            <a:tbl>
              <a:tblPr/>
              <a:tblGrid>
                <a:gridCol w="2934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5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5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연구 방법</a:t>
                      </a:r>
                    </a:p>
                  </a:txBody>
                  <a:tcPr marL="35996" marR="35996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주요 수행 내용</a:t>
                      </a:r>
                    </a:p>
                  </a:txBody>
                  <a:tcPr marL="17904" marR="17904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20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문헌 연구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사법판단의 편향성과 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AI 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판단의 공정성 관련 선행연구 분석</a:t>
                      </a:r>
                      <a:endParaRPr lang="en-US" altLang="ko-KR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6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법제 비교 연구</a:t>
                      </a:r>
                      <a:endParaRPr lang="en-US" altLang="ko-KR" sz="1800" b="1" kern="1200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EU AI Act, 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국내 인공지능기본법 및 관련 헌법 규정 비교</a:t>
                      </a: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5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법적 쟁점 분석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법관 독립성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설명가능성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개인정보 보호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책임성 검토</a:t>
                      </a:r>
                      <a:endParaRPr lang="en-US" altLang="ko-KR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736037"/>
                  </a:ext>
                </a:extLst>
              </a:tr>
              <a:tr h="84787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개념적 모델 설계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인간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-AI 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이중 검증 및 결과 공개 거버넌스 모델 제안</a:t>
                      </a:r>
                      <a:endParaRPr lang="en-US" altLang="ko-KR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82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601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4EF7-E007-6DC7-82C4-592A1FF2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AD25374-09DA-8660-C56E-5CBDDF2E6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14280211-D078-D327-FEC3-5300102D85AE}"/>
              </a:ext>
            </a:extLst>
          </p:cNvPr>
          <p:cNvSpPr txBox="1"/>
          <p:nvPr/>
        </p:nvSpPr>
        <p:spPr>
          <a:xfrm>
            <a:off x="1017219" y="161668"/>
            <a:ext cx="3667671" cy="467239"/>
          </a:xfrm>
          <a:prstGeom prst="rect">
            <a:avLst/>
          </a:prstGeom>
          <a:noFill/>
          <a:sp3d>
            <a:bevelT w="0" h="6350"/>
          </a:sp3d>
        </p:spPr>
        <p:txBody>
          <a:bodyPr wrap="none" lIns="0" tIns="36000" rIns="0" bIns="0" rtlCol="0" anchor="ctr" anchorCtr="0">
            <a:spAutoFit/>
          </a:bodyPr>
          <a:lstStyle>
            <a:defPPr>
              <a:defRPr lang="ko-KR"/>
            </a:defPPr>
            <a:lvl1pPr algn="ctr">
              <a:defRPr sz="2200" u="sng">
                <a:solidFill>
                  <a:srgbClr val="5A666E"/>
                </a:solidFill>
                <a:latin typeface="KoPub돋움체 Light" pitchFamily="18" charset="-127"/>
                <a:ea typeface="KoPub돋움체 Light" pitchFamily="18" charset="-127"/>
              </a:defRPr>
            </a:lvl1pPr>
          </a:lstStyle>
          <a:p>
            <a:pPr marL="0" marR="0" lvl="1" indent="0" fontAlgn="auto">
              <a:lnSpc>
                <a:spcPct val="100000"/>
              </a:lnSpc>
              <a:spcBef>
                <a:spcPts val="1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spc="-1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제안하는 </a:t>
            </a:r>
            <a:r>
              <a:rPr lang="en-US" altLang="ko-KR" sz="2800" spc="-1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2800" spc="-1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거버넌스 모델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11F1A3F-A2A9-4CA6-8AA2-D4D24D2C7420}"/>
              </a:ext>
            </a:extLst>
          </p:cNvPr>
          <p:cNvGrpSpPr/>
          <p:nvPr/>
        </p:nvGrpSpPr>
        <p:grpSpPr>
          <a:xfrm>
            <a:off x="258711" y="205966"/>
            <a:ext cx="547630" cy="514706"/>
            <a:chOff x="258711" y="118882"/>
            <a:chExt cx="547630" cy="514706"/>
          </a:xfrm>
        </p:grpSpPr>
        <p:sp>
          <p:nvSpPr>
            <p:cNvPr id="20" name="Text Box 6607">
              <a:extLst>
                <a:ext uri="{FF2B5EF4-FFF2-40B4-BE49-F238E27FC236}">
                  <a16:creationId xmlns:a16="http://schemas.microsoft.com/office/drawing/2014/main" id="{F531F155-5F4B-4AD9-A243-75EE7CEBF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91" y="128066"/>
              <a:ext cx="362072" cy="321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72000" anchor="ctr" anchorCtr="0">
              <a:noAutofit/>
              <a:scene3d>
                <a:camera prst="orthographicFront"/>
                <a:lightRig rig="threePt" dir="t"/>
              </a:scene3d>
              <a:sp3d prstMaterial="matte"/>
            </a:bodyPr>
            <a:lstStyle>
              <a:lvl1pPr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defTabSz="755934" eaLnBrk="1" hangingPunct="1">
                <a:spcBef>
                  <a:spcPts val="827"/>
                </a:spcBef>
                <a:spcAft>
                  <a:spcPct val="30000"/>
                </a:spcAft>
              </a:pPr>
              <a:r>
                <a:rPr lang="en-US" altLang="ko-KR" sz="2800" b="1" dirty="0">
                  <a:ln w="127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Ⅴ</a:t>
              </a:r>
              <a:endParaRPr lang="ko-KR" altLang="en-US" sz="7200" b="1" dirty="0">
                <a:ln w="127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B413ACA-3F95-4C63-84ED-D70617C1D054}"/>
                </a:ext>
              </a:extLst>
            </p:cNvPr>
            <p:cNvGrpSpPr/>
            <p:nvPr/>
          </p:nvGrpSpPr>
          <p:grpSpPr>
            <a:xfrm>
              <a:off x="258711" y="118882"/>
              <a:ext cx="547630" cy="514706"/>
              <a:chOff x="258711" y="120324"/>
              <a:chExt cx="547630" cy="514706"/>
            </a:xfrm>
          </p:grpSpPr>
          <p:sp>
            <p:nvSpPr>
              <p:cNvPr id="22" name="Text Box 6607">
                <a:extLst>
                  <a:ext uri="{FF2B5EF4-FFF2-40B4-BE49-F238E27FC236}">
                    <a16:creationId xmlns:a16="http://schemas.microsoft.com/office/drawing/2014/main" id="{74FB8D9A-4BA0-405D-83CD-5BA75B3170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536" y="496531"/>
                <a:ext cx="419988" cy="138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 contourW="6350"/>
              </a:bodyPr>
              <a:lstStyle>
                <a:lvl1pPr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defTabSz="995597" eaLnBrk="1" latinLnBrk="0" hangingPunct="1">
                  <a:spcBef>
                    <a:spcPct val="30000"/>
                  </a:spcBef>
                  <a:spcAft>
                    <a:spcPct val="30000"/>
                  </a:spcAft>
                </a:pPr>
                <a:r>
                  <a:rPr kumimoji="0" lang="en-US" altLang="ko-KR" sz="900" b="1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Chapter</a:t>
                </a:r>
                <a:endParaRPr kumimoji="0" lang="ko-KR" altLang="en-US" sz="9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endParaRPr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D90B8838-EB75-4D03-AA8A-D15AB7629659}"/>
                  </a:ext>
                </a:extLst>
              </p:cNvPr>
              <p:cNvGrpSpPr/>
              <p:nvPr/>
            </p:nvGrpSpPr>
            <p:grpSpPr>
              <a:xfrm>
                <a:off x="258711" y="120324"/>
                <a:ext cx="547630" cy="313490"/>
                <a:chOff x="906716" y="1957887"/>
                <a:chExt cx="913255" cy="544917"/>
              </a:xfrm>
            </p:grpSpPr>
            <p:sp>
              <p:nvSpPr>
                <p:cNvPr id="24" name="왼쪽 대괄호 23">
                  <a:extLst>
                    <a:ext uri="{FF2B5EF4-FFF2-40B4-BE49-F238E27FC236}">
                      <a16:creationId xmlns:a16="http://schemas.microsoft.com/office/drawing/2014/main" id="{4BF6D679-F9BF-4214-A9AD-F6CE3C0C037B}"/>
                    </a:ext>
                  </a:extLst>
                </p:cNvPr>
                <p:cNvSpPr/>
                <p:nvPr/>
              </p:nvSpPr>
              <p:spPr>
                <a:xfrm>
                  <a:off x="906716" y="1960684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  <p:sp>
              <p:nvSpPr>
                <p:cNvPr id="26" name="왼쪽 대괄호 25">
                  <a:extLst>
                    <a:ext uri="{FF2B5EF4-FFF2-40B4-BE49-F238E27FC236}">
                      <a16:creationId xmlns:a16="http://schemas.microsoft.com/office/drawing/2014/main" id="{2671ADE1-7233-4F2B-B820-9DBD713B3C80}"/>
                    </a:ext>
                  </a:extLst>
                </p:cNvPr>
                <p:cNvSpPr/>
                <p:nvPr/>
              </p:nvSpPr>
              <p:spPr>
                <a:xfrm flipH="1">
                  <a:off x="1687919" y="1957887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</p:grpSp>
        </p:grp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7A4596-1604-45C0-89F0-A14D5368FFD2}"/>
              </a:ext>
            </a:extLst>
          </p:cNvPr>
          <p:cNvSpPr/>
          <p:nvPr/>
        </p:nvSpPr>
        <p:spPr bwMode="auto">
          <a:xfrm>
            <a:off x="1583838" y="3427109"/>
            <a:ext cx="9024323" cy="792481"/>
          </a:xfrm>
          <a:prstGeom prst="rect">
            <a:avLst/>
          </a:prstGeom>
          <a:solidFill>
            <a:srgbClr val="E0EFFF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lvl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판단 차이 및 법적 근거 </a:t>
            </a:r>
            <a:r>
              <a:rPr kumimoji="1" lang="ko-KR" altLang="en-US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비교〮검증</a:t>
            </a:r>
            <a:endParaRPr kumimoji="1" lang="en-US" altLang="ko-KR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R="0" lvl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ko-KR" sz="1600" kern="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kumimoji="1" lang="ko-KR" altLang="en-US" sz="1600" kern="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kumimoji="1" lang="ko-KR" altLang="en-US" sz="1600" kern="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오류〮편향</a:t>
            </a:r>
            <a:r>
              <a:rPr kumimoji="1" lang="ko-KR" altLang="en-US" sz="1600" kern="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검증 및 인간의 최종 결정권 보장</a:t>
            </a:r>
            <a:endParaRPr kumimoji="1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DFBE43-ECDF-4E32-9881-1A0CA39B9984}"/>
              </a:ext>
            </a:extLst>
          </p:cNvPr>
          <p:cNvSpPr/>
          <p:nvPr/>
        </p:nvSpPr>
        <p:spPr bwMode="auto">
          <a:xfrm>
            <a:off x="1583839" y="2143728"/>
            <a:ext cx="4411608" cy="79248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lvl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인간 법관</a:t>
            </a:r>
            <a:endParaRPr kumimoji="1" lang="en-US" altLang="ko-KR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R="0" lvl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ko-KR" altLang="en-US" sz="1600" kern="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법률 해석 및 독립적 판결</a:t>
            </a:r>
            <a:endParaRPr kumimoji="1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111DB7-E5A1-48C5-BECE-C4B73F12E465}"/>
              </a:ext>
            </a:extLst>
          </p:cNvPr>
          <p:cNvSpPr txBox="1"/>
          <p:nvPr/>
        </p:nvSpPr>
        <p:spPr>
          <a:xfrm>
            <a:off x="4317149" y="903291"/>
            <a:ext cx="355770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사건의 </a:t>
            </a:r>
            <a:r>
              <a:rPr kumimoji="0" lang="ko-KR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법률</a:t>
            </a:r>
            <a:r>
              <a:rPr kumimoji="0" lang="ko-KR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kumimoji="0" lang="ko-KR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판례</a:t>
            </a:r>
            <a:r>
              <a:rPr kumimoji="0" lang="ko-KR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kumimoji="0" lang="ko-KR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증거자료</a:t>
            </a:r>
            <a:endParaRPr kumimoji="0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kern="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적법하게 접근 가능한 검증된 데이터</a:t>
            </a:r>
            <a:endParaRPr kumimoji="0" lang="ko-KR" altLang="en-US" sz="1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327DE04-2CF0-4C3E-9F88-2AAED9AEFA68}"/>
              </a:ext>
            </a:extLst>
          </p:cNvPr>
          <p:cNvSpPr/>
          <p:nvPr/>
        </p:nvSpPr>
        <p:spPr bwMode="auto">
          <a:xfrm>
            <a:off x="6196554" y="2134357"/>
            <a:ext cx="4411608" cy="79248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lvl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검증 체계</a:t>
            </a:r>
            <a:endParaRPr kumimoji="1" lang="en-US" altLang="ko-KR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R="0" lvl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ko-KR" altLang="en-US" sz="1600" kern="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법률〮판례</a:t>
            </a:r>
            <a:r>
              <a:rPr kumimoji="1" lang="ko-KR" altLang="en-US" sz="1600" kern="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분석 및 판단 권고</a:t>
            </a:r>
            <a:endParaRPr kumimoji="1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916E82-EDE2-417D-9839-9519464E859A}"/>
              </a:ext>
            </a:extLst>
          </p:cNvPr>
          <p:cNvSpPr/>
          <p:nvPr/>
        </p:nvSpPr>
        <p:spPr bwMode="auto">
          <a:xfrm>
            <a:off x="1583838" y="4724584"/>
            <a:ext cx="9024322" cy="792481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rPr>
              <a:t>검증 결과 공개 및 이의제기</a:t>
            </a:r>
            <a:endParaRPr kumimoji="1" lang="en-US" altLang="ko-KR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kern="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소송 당사자 </a:t>
            </a:r>
            <a:r>
              <a:rPr kumimoji="1" lang="ko-KR" altLang="en-US" sz="1600" kern="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열람〮반박</a:t>
            </a:r>
            <a:r>
              <a:rPr kumimoji="1" lang="ko-KR" altLang="en-US" sz="1600" kern="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및 중요 판결의 제한적 대국민 공개 </a:t>
            </a:r>
            <a:endParaRPr kumimoji="1" lang="en-US" altLang="ko-KR" sz="16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EAFE86-420C-4B92-9B6D-E9E036C4BE8C}"/>
              </a:ext>
            </a:extLst>
          </p:cNvPr>
          <p:cNvSpPr txBox="1"/>
          <p:nvPr/>
        </p:nvSpPr>
        <p:spPr>
          <a:xfrm>
            <a:off x="1010339" y="5743360"/>
            <a:ext cx="10670039" cy="97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현행 제도가 아니라 본 연구에서 제안하는 개념적 모델임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재판 중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의견의 활용과 확정판결 이후의 공개는 서로 다른 법적 요건을 적용하여 검토함</a:t>
            </a: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1E0294CB-B315-425B-8C5D-1B3A645C1FCB}"/>
              </a:ext>
            </a:extLst>
          </p:cNvPr>
          <p:cNvCxnSpPr>
            <a:cxnSpLocks/>
            <a:stCxn id="25" idx="2"/>
            <a:endCxn id="14" idx="0"/>
          </p:cNvCxnSpPr>
          <p:nvPr/>
        </p:nvCxnSpPr>
        <p:spPr>
          <a:xfrm rot="5400000">
            <a:off x="4645769" y="693497"/>
            <a:ext cx="594106" cy="230635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F6C9ACC3-5B7D-4293-AF2C-56EA3B010B30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rot="16200000" flipH="1">
            <a:off x="6956812" y="688810"/>
            <a:ext cx="584735" cy="23063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E2C49860-DC1E-455A-9A80-079803498D20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 rot="16200000" flipH="1">
            <a:off x="4697371" y="2028480"/>
            <a:ext cx="490900" cy="23063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A647C765-ABC1-416D-8898-1BF92438AEE7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rot="5400000">
            <a:off x="6999044" y="2023794"/>
            <a:ext cx="500271" cy="23063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31E3FD60-330D-4E3D-BF11-5EE7C83D5731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>
          <a:xfrm rot="5400000">
            <a:off x="5843503" y="4472087"/>
            <a:ext cx="504994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917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4EF7-E007-6DC7-82C4-592A1FF2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AD25374-09DA-8660-C56E-5CBDDF2E6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79248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14280211-D078-D327-FEC3-5300102D85AE}"/>
              </a:ext>
            </a:extLst>
          </p:cNvPr>
          <p:cNvSpPr txBox="1"/>
          <p:nvPr/>
        </p:nvSpPr>
        <p:spPr>
          <a:xfrm>
            <a:off x="1017219" y="161668"/>
            <a:ext cx="1256754" cy="467239"/>
          </a:xfrm>
          <a:prstGeom prst="rect">
            <a:avLst/>
          </a:prstGeom>
          <a:noFill/>
          <a:sp3d>
            <a:bevelT w="0" h="6350"/>
          </a:sp3d>
        </p:spPr>
        <p:txBody>
          <a:bodyPr wrap="none" lIns="0" tIns="36000" rIns="0" bIns="0" rtlCol="0" anchor="ctr" anchorCtr="0">
            <a:spAutoFit/>
          </a:bodyPr>
          <a:lstStyle>
            <a:defPPr>
              <a:defRPr lang="ko-KR"/>
            </a:defPPr>
            <a:lvl1pPr algn="ctr">
              <a:defRPr sz="2200" u="sng">
                <a:solidFill>
                  <a:srgbClr val="5A666E"/>
                </a:solidFill>
                <a:latin typeface="KoPub돋움체 Light" pitchFamily="18" charset="-127"/>
                <a:ea typeface="KoPub돋움체 Light" pitchFamily="18" charset="-127"/>
              </a:defRPr>
            </a:lvl1pPr>
          </a:lstStyle>
          <a:p>
            <a:pPr marL="0" marR="0" lvl="1" indent="0" fontAlgn="auto">
              <a:lnSpc>
                <a:spcPct val="100000"/>
              </a:lnSpc>
              <a:spcBef>
                <a:spcPts val="1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spc="-100" dirty="0">
                <a:ln w="127">
                  <a:solidFill>
                    <a:schemeClr val="tx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rPr>
              <a:t>기대효과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11F1A3F-A2A9-4CA6-8AA2-D4D24D2C7420}"/>
              </a:ext>
            </a:extLst>
          </p:cNvPr>
          <p:cNvGrpSpPr/>
          <p:nvPr/>
        </p:nvGrpSpPr>
        <p:grpSpPr>
          <a:xfrm>
            <a:off x="258711" y="205966"/>
            <a:ext cx="547630" cy="514706"/>
            <a:chOff x="258711" y="118882"/>
            <a:chExt cx="547630" cy="514706"/>
          </a:xfrm>
        </p:grpSpPr>
        <p:sp>
          <p:nvSpPr>
            <p:cNvPr id="20" name="Text Box 6607">
              <a:extLst>
                <a:ext uri="{FF2B5EF4-FFF2-40B4-BE49-F238E27FC236}">
                  <a16:creationId xmlns:a16="http://schemas.microsoft.com/office/drawing/2014/main" id="{F531F155-5F4B-4AD9-A243-75EE7CEBF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91" y="128066"/>
              <a:ext cx="362072" cy="321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72000" anchor="ctr" anchorCtr="0">
              <a:noAutofit/>
              <a:scene3d>
                <a:camera prst="orthographicFront"/>
                <a:lightRig rig="threePt" dir="t"/>
              </a:scene3d>
              <a:sp3d prstMaterial="matte"/>
            </a:bodyPr>
            <a:lstStyle>
              <a:lvl1pPr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defTabSz="755934" eaLnBrk="1" hangingPunct="1">
                <a:spcBef>
                  <a:spcPts val="827"/>
                </a:spcBef>
                <a:spcAft>
                  <a:spcPct val="30000"/>
                </a:spcAft>
              </a:pPr>
              <a:r>
                <a:rPr lang="en-US" altLang="ko-KR" sz="2800" b="1" dirty="0">
                  <a:ln w="127"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Ⅵ</a:t>
              </a:r>
              <a:endParaRPr lang="ko-KR" altLang="en-US" sz="7200" b="1" dirty="0">
                <a:ln w="127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FF00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B413ACA-3F95-4C63-84ED-D70617C1D054}"/>
                </a:ext>
              </a:extLst>
            </p:cNvPr>
            <p:cNvGrpSpPr/>
            <p:nvPr/>
          </p:nvGrpSpPr>
          <p:grpSpPr>
            <a:xfrm>
              <a:off x="258711" y="118882"/>
              <a:ext cx="547630" cy="514706"/>
              <a:chOff x="258711" y="120324"/>
              <a:chExt cx="547630" cy="514706"/>
            </a:xfrm>
          </p:grpSpPr>
          <p:sp>
            <p:nvSpPr>
              <p:cNvPr id="22" name="Text Box 6607">
                <a:extLst>
                  <a:ext uri="{FF2B5EF4-FFF2-40B4-BE49-F238E27FC236}">
                    <a16:creationId xmlns:a16="http://schemas.microsoft.com/office/drawing/2014/main" id="{74FB8D9A-4BA0-405D-83CD-5BA75B3170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536" y="496531"/>
                <a:ext cx="419988" cy="138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0">
                <a:spAutoFit/>
                <a:scene3d>
                  <a:camera prst="orthographicFront"/>
                  <a:lightRig rig="threePt" dir="t"/>
                </a:scene3d>
                <a:sp3d contourW="6350"/>
              </a:bodyPr>
              <a:lstStyle>
                <a:lvl1pPr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defTabSz="995597" eaLnBrk="1" latinLnBrk="0" hangingPunct="1">
                  <a:spcBef>
                    <a:spcPct val="30000"/>
                  </a:spcBef>
                  <a:spcAft>
                    <a:spcPct val="30000"/>
                  </a:spcAft>
                </a:pPr>
                <a:r>
                  <a:rPr kumimoji="0" lang="en-US" altLang="ko-KR" sz="900" b="1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KoPubWorld돋움체 Medium" panose="00000600000000000000" pitchFamily="2" charset="-127"/>
                  </a:rPr>
                  <a:t>Chapter</a:t>
                </a:r>
                <a:endParaRPr kumimoji="0" lang="ko-KR" altLang="en-US" sz="9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KoPubWorld돋움체 Medium" panose="00000600000000000000" pitchFamily="2" charset="-127"/>
                </a:endParaRPr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D90B8838-EB75-4D03-AA8A-D15AB7629659}"/>
                  </a:ext>
                </a:extLst>
              </p:cNvPr>
              <p:cNvGrpSpPr/>
              <p:nvPr/>
            </p:nvGrpSpPr>
            <p:grpSpPr>
              <a:xfrm>
                <a:off x="258711" y="120324"/>
                <a:ext cx="547630" cy="313490"/>
                <a:chOff x="906716" y="1957887"/>
                <a:chExt cx="913255" cy="544917"/>
              </a:xfrm>
            </p:grpSpPr>
            <p:sp>
              <p:nvSpPr>
                <p:cNvPr id="24" name="왼쪽 대괄호 23">
                  <a:extLst>
                    <a:ext uri="{FF2B5EF4-FFF2-40B4-BE49-F238E27FC236}">
                      <a16:creationId xmlns:a16="http://schemas.microsoft.com/office/drawing/2014/main" id="{4BF6D679-F9BF-4214-A9AD-F6CE3C0C037B}"/>
                    </a:ext>
                  </a:extLst>
                </p:cNvPr>
                <p:cNvSpPr/>
                <p:nvPr/>
              </p:nvSpPr>
              <p:spPr>
                <a:xfrm>
                  <a:off x="906716" y="1960684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  <p:sp>
              <p:nvSpPr>
                <p:cNvPr id="26" name="왼쪽 대괄호 25">
                  <a:extLst>
                    <a:ext uri="{FF2B5EF4-FFF2-40B4-BE49-F238E27FC236}">
                      <a16:creationId xmlns:a16="http://schemas.microsoft.com/office/drawing/2014/main" id="{2671ADE1-7233-4F2B-B820-9DBD713B3C80}"/>
                    </a:ext>
                  </a:extLst>
                </p:cNvPr>
                <p:cNvSpPr/>
                <p:nvPr/>
              </p:nvSpPr>
              <p:spPr>
                <a:xfrm flipH="1">
                  <a:off x="1687919" y="1957887"/>
                  <a:ext cx="132052" cy="542120"/>
                </a:xfrm>
                <a:prstGeom prst="leftBracket">
                  <a:avLst>
                    <a:gd name="adj" fmla="val 0"/>
                  </a:avLst>
                </a:prstGeom>
                <a:ln w="19050">
                  <a:solidFill>
                    <a:schemeClr val="bg1"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b="1"/>
                </a:p>
              </p:txBody>
            </p:sp>
          </p:grp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FA5AB72-0BD7-430F-B3EF-3936901BDA56}"/>
              </a:ext>
            </a:extLst>
          </p:cNvPr>
          <p:cNvSpPr txBox="1"/>
          <p:nvPr/>
        </p:nvSpPr>
        <p:spPr>
          <a:xfrm>
            <a:off x="979921" y="5678718"/>
            <a:ext cx="10164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효과들은 연구를 통해 검토할 기대효과이며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실제 공정성 개선이 입증되었다는 의미는 아님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7AC77C6-0D46-4012-A7DA-98EDEC368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402402"/>
              </p:ext>
            </p:extLst>
          </p:nvPr>
        </p:nvGraphicFramePr>
        <p:xfrm>
          <a:off x="727157" y="1374653"/>
          <a:ext cx="10670039" cy="3921947"/>
        </p:xfrm>
        <a:graphic>
          <a:graphicData uri="http://schemas.openxmlformats.org/drawingml/2006/table">
            <a:tbl>
              <a:tblPr/>
              <a:tblGrid>
                <a:gridCol w="2733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6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5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구분</a:t>
                      </a:r>
                    </a:p>
                  </a:txBody>
                  <a:tcPr marL="35996" marR="35996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상세 내용</a:t>
                      </a:r>
                    </a:p>
                  </a:txBody>
                  <a:tcPr marL="17904" marR="17904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20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사법적 공정성 강화 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판결의 법률 적용 및 논리적 일관성을 독립적으로 검토할 수 있는 제도적 가능성 제시</a:t>
                      </a:r>
                      <a:endParaRPr lang="en-US" altLang="ko-KR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2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사법 투명성 확대</a:t>
                      </a:r>
                      <a:endParaRPr lang="en-US" altLang="ko-KR" sz="1800" b="1" kern="1200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AI 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분석 결과의 공개와 설명을 통한 판단 근거의 검증 가능성 확보</a:t>
                      </a: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5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책임성 강화 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AI 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판단의 오류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편향에 대한 감사 및 통제 기준 도출</a:t>
                      </a:r>
                      <a:endParaRPr lang="en-US" altLang="ko-KR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736037"/>
                  </a:ext>
                </a:extLst>
              </a:tr>
              <a:tr h="8005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법제도 개선 방향 제시</a:t>
                      </a:r>
                    </a:p>
                  </a:txBody>
                  <a:tcPr marL="17904" marR="17904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ts val="2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국내 </a:t>
                      </a:r>
                      <a:r>
                        <a:rPr lang="en-US" altLang="ko-KR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AI </a:t>
                      </a:r>
                      <a:r>
                        <a:rPr lang="ko-KR" altLang="en-US" sz="18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규제와 사법제도의 조화를 위한 거버넌스 원칙 제안</a:t>
                      </a:r>
                      <a:endParaRPr lang="en-US" altLang="ko-KR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71993" marR="35996" marT="17905" marB="1790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82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752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B0F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11374</TotalTime>
  <Words>835</Words>
  <Application>Microsoft Office PowerPoint</Application>
  <PresentationFormat>와이드스크린</PresentationFormat>
  <Paragraphs>145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HY견명조</vt:lpstr>
      <vt:lpstr>Wingdings</vt:lpstr>
      <vt:lpstr>나눔스퀘어</vt:lpstr>
      <vt:lpstr>KoPubWorld돋움체 Medium</vt:lpstr>
      <vt:lpstr>나눔스퀘어 Bold</vt:lpstr>
      <vt:lpstr>맑은 고딕</vt:lpstr>
      <vt:lpstr>나눔스퀘어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231206</dc:creator>
  <cp:lastModifiedBy>26030313</cp:lastModifiedBy>
  <cp:revision>333</cp:revision>
  <dcterms:created xsi:type="dcterms:W3CDTF">2024-10-14T23:29:52Z</dcterms:created>
  <dcterms:modified xsi:type="dcterms:W3CDTF">2026-10-13T17:55:04Z</dcterms:modified>
</cp:coreProperties>
</file>