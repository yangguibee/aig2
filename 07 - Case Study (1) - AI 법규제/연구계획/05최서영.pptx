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
  </p:notesMasterIdLst>
  <p:sldIdLst>
    <p:sldId id="256" r:id="rId2"/>
    <p:sldId id="258" r:id="rId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F39C94E-B721-4E72-B0F5-D7B6919EB518}" v="21" dt="2026-10-13T11:42:05.95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2" d="100"/>
          <a:sy n="82" d="100"/>
        </p:scale>
        <p:origin x="691"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10" Type="http://schemas.microsoft.com/office/2015/10/relationships/revisionInfo" Target="revisionInfo.xml"/><Relationship Id="rId4" Type="http://schemas.openxmlformats.org/officeDocument/2006/relationships/notesMaster" Target="notesMasters/notesMaster1.xml"/><Relationship Id="rId9"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서영 최" userId="ab546727de316755" providerId="LiveId" clId="{86F8330C-1CC6-4F27-AB4F-D93CE10ED7E0}"/>
    <pc:docChg chg="undo custSel delSld modSld">
      <pc:chgData name="서영 최" userId="ab546727de316755" providerId="LiveId" clId="{86F8330C-1CC6-4F27-AB4F-D93CE10ED7E0}" dt="2026-10-13T11:54:21.354" v="2217" actId="6549"/>
      <pc:docMkLst>
        <pc:docMk/>
      </pc:docMkLst>
      <pc:sldChg chg="addSp delSp modSp mod">
        <pc:chgData name="서영 최" userId="ab546727de316755" providerId="LiveId" clId="{86F8330C-1CC6-4F27-AB4F-D93CE10ED7E0}" dt="2026-10-13T11:42:34.259" v="2163" actId="478"/>
        <pc:sldMkLst>
          <pc:docMk/>
          <pc:sldMk cId="0" sldId="256"/>
        </pc:sldMkLst>
        <pc:spChg chg="mod">
          <ac:chgData name="서영 최" userId="ab546727de316755" providerId="LiveId" clId="{86F8330C-1CC6-4F27-AB4F-D93CE10ED7E0}" dt="2026-10-13T10:12:55.581" v="69" actId="20577"/>
          <ac:spMkLst>
            <pc:docMk/>
            <pc:sldMk cId="0" sldId="256"/>
            <ac:spMk id="4" creationId="{00000000-0000-0000-0000-000000000000}"/>
          </ac:spMkLst>
        </pc:spChg>
        <pc:spChg chg="mod">
          <ac:chgData name="서영 최" userId="ab546727de316755" providerId="LiveId" clId="{86F8330C-1CC6-4F27-AB4F-D93CE10ED7E0}" dt="2026-10-13T10:40:45.034" v="167" actId="6549"/>
          <ac:spMkLst>
            <pc:docMk/>
            <pc:sldMk cId="0" sldId="256"/>
            <ac:spMk id="5" creationId="{00000000-0000-0000-0000-000000000000}"/>
          </ac:spMkLst>
        </pc:spChg>
        <pc:spChg chg="mod">
          <ac:chgData name="서영 최" userId="ab546727de316755" providerId="LiveId" clId="{86F8330C-1CC6-4F27-AB4F-D93CE10ED7E0}" dt="2026-10-13T10:42:09.618" v="219" actId="20577"/>
          <ac:spMkLst>
            <pc:docMk/>
            <pc:sldMk cId="0" sldId="256"/>
            <ac:spMk id="6" creationId="{00000000-0000-0000-0000-000000000000}"/>
          </ac:spMkLst>
        </pc:spChg>
        <pc:spChg chg="mod">
          <ac:chgData name="서영 최" userId="ab546727de316755" providerId="LiveId" clId="{86F8330C-1CC6-4F27-AB4F-D93CE10ED7E0}" dt="2026-10-13T10:09:17.293" v="36"/>
          <ac:spMkLst>
            <pc:docMk/>
            <pc:sldMk cId="0" sldId="256"/>
            <ac:spMk id="8" creationId="{00000000-0000-0000-0000-000000000000}"/>
          </ac:spMkLst>
        </pc:spChg>
        <pc:spChg chg="mod">
          <ac:chgData name="서영 최" userId="ab546727de316755" providerId="LiveId" clId="{86F8330C-1CC6-4F27-AB4F-D93CE10ED7E0}" dt="2026-10-13T11:42:21.844" v="2151" actId="20577"/>
          <ac:spMkLst>
            <pc:docMk/>
            <pc:sldMk cId="0" sldId="256"/>
            <ac:spMk id="9" creationId="{00000000-0000-0000-0000-000000000000}"/>
          </ac:spMkLst>
        </pc:spChg>
        <pc:spChg chg="mod">
          <ac:chgData name="서영 최" userId="ab546727de316755" providerId="LiveId" clId="{86F8330C-1CC6-4F27-AB4F-D93CE10ED7E0}" dt="2026-10-13T10:09:00.150" v="23" actId="27636"/>
          <ac:spMkLst>
            <pc:docMk/>
            <pc:sldMk cId="0" sldId="256"/>
            <ac:spMk id="14" creationId="{00000000-0000-0000-0000-000000000000}"/>
          </ac:spMkLst>
        </pc:spChg>
        <pc:spChg chg="mod">
          <ac:chgData name="서영 최" userId="ab546727de316755" providerId="LiveId" clId="{86F8330C-1CC6-4F27-AB4F-D93CE10ED7E0}" dt="2026-10-13T10:09:00.152" v="24" actId="27636"/>
          <ac:spMkLst>
            <pc:docMk/>
            <pc:sldMk cId="0" sldId="256"/>
            <ac:spMk id="19" creationId="{00000000-0000-0000-0000-000000000000}"/>
          </ac:spMkLst>
        </pc:spChg>
        <pc:spChg chg="mod">
          <ac:chgData name="서영 최" userId="ab546727de316755" providerId="LiveId" clId="{86F8330C-1CC6-4F27-AB4F-D93CE10ED7E0}" dt="2026-10-13T10:42:36.076" v="347" actId="20577"/>
          <ac:spMkLst>
            <pc:docMk/>
            <pc:sldMk cId="0" sldId="256"/>
            <ac:spMk id="20" creationId="{00000000-0000-0000-0000-000000000000}"/>
          </ac:spMkLst>
        </pc:spChg>
        <pc:spChg chg="mod">
          <ac:chgData name="서영 최" userId="ab546727de316755" providerId="LiveId" clId="{86F8330C-1CC6-4F27-AB4F-D93CE10ED7E0}" dt="2026-10-13T10:43:42.939" v="558" actId="20577"/>
          <ac:spMkLst>
            <pc:docMk/>
            <pc:sldMk cId="0" sldId="256"/>
            <ac:spMk id="21" creationId="{00000000-0000-0000-0000-000000000000}"/>
          </ac:spMkLst>
        </pc:spChg>
        <pc:spChg chg="mod">
          <ac:chgData name="서영 최" userId="ab546727de316755" providerId="LiveId" clId="{86F8330C-1CC6-4F27-AB4F-D93CE10ED7E0}" dt="2026-10-13T10:09:00.147" v="22" actId="27636"/>
          <ac:spMkLst>
            <pc:docMk/>
            <pc:sldMk cId="0" sldId="256"/>
            <ac:spMk id="24" creationId="{00000000-0000-0000-0000-000000000000}"/>
          </ac:spMkLst>
        </pc:spChg>
        <pc:spChg chg="mod">
          <ac:chgData name="서영 최" userId="ab546727de316755" providerId="LiveId" clId="{86F8330C-1CC6-4F27-AB4F-D93CE10ED7E0}" dt="2026-10-13T10:44:40.800" v="615" actId="20577"/>
          <ac:spMkLst>
            <pc:docMk/>
            <pc:sldMk cId="0" sldId="256"/>
            <ac:spMk id="25" creationId="{00000000-0000-0000-0000-000000000000}"/>
          </ac:spMkLst>
        </pc:spChg>
        <pc:spChg chg="mod">
          <ac:chgData name="서영 최" userId="ab546727de316755" providerId="LiveId" clId="{86F8330C-1CC6-4F27-AB4F-D93CE10ED7E0}" dt="2026-10-13T10:44:56.809" v="741" actId="6549"/>
          <ac:spMkLst>
            <pc:docMk/>
            <pc:sldMk cId="0" sldId="256"/>
            <ac:spMk id="26" creationId="{00000000-0000-0000-0000-000000000000}"/>
          </ac:spMkLst>
        </pc:spChg>
        <pc:spChg chg="mod">
          <ac:chgData name="서영 최" userId="ab546727de316755" providerId="LiveId" clId="{86F8330C-1CC6-4F27-AB4F-D93CE10ED7E0}" dt="2026-10-13T11:03:17.787" v="767" actId="20577"/>
          <ac:spMkLst>
            <pc:docMk/>
            <pc:sldMk cId="0" sldId="256"/>
            <ac:spMk id="28" creationId="{00000000-0000-0000-0000-000000000000}"/>
          </ac:spMkLst>
        </pc:spChg>
        <pc:spChg chg="add del mod">
          <ac:chgData name="서영 최" userId="ab546727de316755" providerId="LiveId" clId="{86F8330C-1CC6-4F27-AB4F-D93CE10ED7E0}" dt="2026-10-13T10:13:17.814" v="76"/>
          <ac:spMkLst>
            <pc:docMk/>
            <pc:sldMk cId="0" sldId="256"/>
            <ac:spMk id="29" creationId="{7D5D49E2-4102-F988-BD62-B6BA15A17487}"/>
          </ac:spMkLst>
        </pc:spChg>
        <pc:picChg chg="add del mod">
          <ac:chgData name="서영 최" userId="ab546727de316755" providerId="LiveId" clId="{86F8330C-1CC6-4F27-AB4F-D93CE10ED7E0}" dt="2026-10-13T11:42:34.259" v="2163" actId="478"/>
          <ac:picMkLst>
            <pc:docMk/>
            <pc:sldMk cId="0" sldId="256"/>
            <ac:picMk id="31" creationId="{EDC23BD0-28AB-F2F5-2C58-CF441B027E4F}"/>
          </ac:picMkLst>
        </pc:picChg>
      </pc:sldChg>
      <pc:sldChg chg="addSp delSp modSp del mod">
        <pc:chgData name="서영 최" userId="ab546727de316755" providerId="LiveId" clId="{86F8330C-1CC6-4F27-AB4F-D93CE10ED7E0}" dt="2026-10-13T11:08:45.568" v="768" actId="47"/>
        <pc:sldMkLst>
          <pc:docMk/>
          <pc:sldMk cId="0" sldId="257"/>
        </pc:sldMkLst>
        <pc:spChg chg="del">
          <ac:chgData name="서영 최" userId="ab546727de316755" providerId="LiveId" clId="{86F8330C-1CC6-4F27-AB4F-D93CE10ED7E0}" dt="2026-10-13T10:13:07.127" v="70" actId="478"/>
          <ac:spMkLst>
            <pc:docMk/>
            <pc:sldMk cId="0" sldId="257"/>
            <ac:spMk id="4" creationId="{00000000-0000-0000-0000-000000000000}"/>
          </ac:spMkLst>
        </pc:spChg>
        <pc:spChg chg="mod">
          <ac:chgData name="서영 최" userId="ab546727de316755" providerId="LiveId" clId="{86F8330C-1CC6-4F27-AB4F-D93CE10ED7E0}" dt="2026-10-13T10:09:14.149" v="35"/>
          <ac:spMkLst>
            <pc:docMk/>
            <pc:sldMk cId="0" sldId="257"/>
            <ac:spMk id="8" creationId="{00000000-0000-0000-0000-000000000000}"/>
          </ac:spMkLst>
        </pc:spChg>
        <pc:spChg chg="add">
          <ac:chgData name="서영 최" userId="ab546727de316755" providerId="LiveId" clId="{86F8330C-1CC6-4F27-AB4F-D93CE10ED7E0}" dt="2026-10-13T10:13:07.341" v="71" actId="22"/>
          <ac:spMkLst>
            <pc:docMk/>
            <pc:sldMk cId="0" sldId="257"/>
            <ac:spMk id="25" creationId="{7D2FD66C-9A5C-7D5F-59D0-8B175E2E9496}"/>
          </ac:spMkLst>
        </pc:spChg>
      </pc:sldChg>
      <pc:sldChg chg="addSp delSp modSp mod">
        <pc:chgData name="서영 최" userId="ab546727de316755" providerId="LiveId" clId="{86F8330C-1CC6-4F27-AB4F-D93CE10ED7E0}" dt="2026-10-13T11:54:21.354" v="2217" actId="6549"/>
        <pc:sldMkLst>
          <pc:docMk/>
          <pc:sldMk cId="0" sldId="258"/>
        </pc:sldMkLst>
        <pc:spChg chg="del">
          <ac:chgData name="서영 최" userId="ab546727de316755" providerId="LiveId" clId="{86F8330C-1CC6-4F27-AB4F-D93CE10ED7E0}" dt="2026-10-13T10:13:10.157" v="72" actId="478"/>
          <ac:spMkLst>
            <pc:docMk/>
            <pc:sldMk cId="0" sldId="258"/>
            <ac:spMk id="4" creationId="{00000000-0000-0000-0000-000000000000}"/>
          </ac:spMkLst>
        </pc:spChg>
        <pc:spChg chg="mod">
          <ac:chgData name="서영 최" userId="ab546727de316755" providerId="LiveId" clId="{86F8330C-1CC6-4F27-AB4F-D93CE10ED7E0}" dt="2026-10-13T11:14:10.628" v="1116" actId="1035"/>
          <ac:spMkLst>
            <pc:docMk/>
            <pc:sldMk cId="0" sldId="258"/>
            <ac:spMk id="5" creationId="{00000000-0000-0000-0000-000000000000}"/>
          </ac:spMkLst>
        </pc:spChg>
        <pc:spChg chg="del">
          <ac:chgData name="서영 최" userId="ab546727de316755" providerId="LiveId" clId="{86F8330C-1CC6-4F27-AB4F-D93CE10ED7E0}" dt="2026-10-13T11:09:55.706" v="919" actId="478"/>
          <ac:spMkLst>
            <pc:docMk/>
            <pc:sldMk cId="0" sldId="258"/>
            <ac:spMk id="6" creationId="{00000000-0000-0000-0000-000000000000}"/>
          </ac:spMkLst>
        </pc:spChg>
        <pc:spChg chg="mod">
          <ac:chgData name="서영 최" userId="ab546727de316755" providerId="LiveId" clId="{86F8330C-1CC6-4F27-AB4F-D93CE10ED7E0}" dt="2026-10-13T11:10:03.157" v="948" actId="1036"/>
          <ac:spMkLst>
            <pc:docMk/>
            <pc:sldMk cId="0" sldId="258"/>
            <ac:spMk id="7" creationId="{00000000-0000-0000-0000-000000000000}"/>
          </ac:spMkLst>
        </pc:spChg>
        <pc:spChg chg="mod">
          <ac:chgData name="서영 최" userId="ab546727de316755" providerId="LiveId" clId="{86F8330C-1CC6-4F27-AB4F-D93CE10ED7E0}" dt="2026-10-13T10:09:07.022" v="34" actId="6549"/>
          <ac:spMkLst>
            <pc:docMk/>
            <pc:sldMk cId="0" sldId="258"/>
            <ac:spMk id="8" creationId="{00000000-0000-0000-0000-000000000000}"/>
          </ac:spMkLst>
        </pc:spChg>
        <pc:spChg chg="mod">
          <ac:chgData name="서영 최" userId="ab546727de316755" providerId="LiveId" clId="{86F8330C-1CC6-4F27-AB4F-D93CE10ED7E0}" dt="2026-10-13T11:42:26.258" v="2161" actId="6549"/>
          <ac:spMkLst>
            <pc:docMk/>
            <pc:sldMk cId="0" sldId="258"/>
            <ac:spMk id="9" creationId="{00000000-0000-0000-0000-000000000000}"/>
          </ac:spMkLst>
        </pc:spChg>
        <pc:spChg chg="mod">
          <ac:chgData name="서영 최" userId="ab546727de316755" providerId="LiveId" clId="{86F8330C-1CC6-4F27-AB4F-D93CE10ED7E0}" dt="2026-10-13T11:11:58.104" v="1026" actId="1036"/>
          <ac:spMkLst>
            <pc:docMk/>
            <pc:sldMk cId="0" sldId="258"/>
            <ac:spMk id="10" creationId="{00000000-0000-0000-0000-000000000000}"/>
          </ac:spMkLst>
        </pc:spChg>
        <pc:spChg chg="mod">
          <ac:chgData name="서영 최" userId="ab546727de316755" providerId="LiveId" clId="{86F8330C-1CC6-4F27-AB4F-D93CE10ED7E0}" dt="2026-10-13T11:11:58.104" v="1026" actId="1036"/>
          <ac:spMkLst>
            <pc:docMk/>
            <pc:sldMk cId="0" sldId="258"/>
            <ac:spMk id="11" creationId="{00000000-0000-0000-0000-000000000000}"/>
          </ac:spMkLst>
        </pc:spChg>
        <pc:spChg chg="mod">
          <ac:chgData name="서영 최" userId="ab546727de316755" providerId="LiveId" clId="{86F8330C-1CC6-4F27-AB4F-D93CE10ED7E0}" dt="2026-10-13T11:11:40.919" v="973" actId="14100"/>
          <ac:spMkLst>
            <pc:docMk/>
            <pc:sldMk cId="0" sldId="258"/>
            <ac:spMk id="12" creationId="{00000000-0000-0000-0000-000000000000}"/>
          </ac:spMkLst>
        </pc:spChg>
        <pc:spChg chg="mod">
          <ac:chgData name="서영 최" userId="ab546727de316755" providerId="LiveId" clId="{86F8330C-1CC6-4F27-AB4F-D93CE10ED7E0}" dt="2026-10-13T11:10:42.932" v="957" actId="1076"/>
          <ac:spMkLst>
            <pc:docMk/>
            <pc:sldMk cId="0" sldId="258"/>
            <ac:spMk id="13" creationId="{00000000-0000-0000-0000-000000000000}"/>
          </ac:spMkLst>
        </pc:spChg>
        <pc:spChg chg="mod">
          <ac:chgData name="서영 최" userId="ab546727de316755" providerId="LiveId" clId="{86F8330C-1CC6-4F27-AB4F-D93CE10ED7E0}" dt="2026-10-13T11:10:42.932" v="957" actId="1076"/>
          <ac:spMkLst>
            <pc:docMk/>
            <pc:sldMk cId="0" sldId="258"/>
            <ac:spMk id="14" creationId="{00000000-0000-0000-0000-000000000000}"/>
          </ac:spMkLst>
        </pc:spChg>
        <pc:spChg chg="mod">
          <ac:chgData name="서영 최" userId="ab546727de316755" providerId="LiveId" clId="{86F8330C-1CC6-4F27-AB4F-D93CE10ED7E0}" dt="2026-10-13T11:38:30.771" v="1609" actId="27636"/>
          <ac:spMkLst>
            <pc:docMk/>
            <pc:sldMk cId="0" sldId="258"/>
            <ac:spMk id="15" creationId="{00000000-0000-0000-0000-000000000000}"/>
          </ac:spMkLst>
        </pc:spChg>
        <pc:spChg chg="mod">
          <ac:chgData name="서영 최" userId="ab546727de316755" providerId="LiveId" clId="{86F8330C-1CC6-4F27-AB4F-D93CE10ED7E0}" dt="2026-10-13T11:37:26.280" v="1532" actId="20577"/>
          <ac:spMkLst>
            <pc:docMk/>
            <pc:sldMk cId="0" sldId="258"/>
            <ac:spMk id="16" creationId="{00000000-0000-0000-0000-000000000000}"/>
          </ac:spMkLst>
        </pc:spChg>
        <pc:spChg chg="mod">
          <ac:chgData name="서영 최" userId="ab546727de316755" providerId="LiveId" clId="{86F8330C-1CC6-4F27-AB4F-D93CE10ED7E0}" dt="2026-10-13T11:11:53.470" v="1002" actId="1035"/>
          <ac:spMkLst>
            <pc:docMk/>
            <pc:sldMk cId="0" sldId="258"/>
            <ac:spMk id="17" creationId="{00000000-0000-0000-0000-000000000000}"/>
          </ac:spMkLst>
        </pc:spChg>
        <pc:spChg chg="mod">
          <ac:chgData name="서영 최" userId="ab546727de316755" providerId="LiveId" clId="{86F8330C-1CC6-4F27-AB4F-D93CE10ED7E0}" dt="2026-10-13T11:11:40.919" v="973" actId="14100"/>
          <ac:spMkLst>
            <pc:docMk/>
            <pc:sldMk cId="0" sldId="258"/>
            <ac:spMk id="18" creationId="{00000000-0000-0000-0000-000000000000}"/>
          </ac:spMkLst>
        </pc:spChg>
        <pc:spChg chg="mod">
          <ac:chgData name="서영 최" userId="ab546727de316755" providerId="LiveId" clId="{86F8330C-1CC6-4F27-AB4F-D93CE10ED7E0}" dt="2026-10-13T11:10:54.224" v="961" actId="1076"/>
          <ac:spMkLst>
            <pc:docMk/>
            <pc:sldMk cId="0" sldId="258"/>
            <ac:spMk id="19" creationId="{00000000-0000-0000-0000-000000000000}"/>
          </ac:spMkLst>
        </pc:spChg>
        <pc:spChg chg="mod">
          <ac:chgData name="서영 최" userId="ab546727de316755" providerId="LiveId" clId="{86F8330C-1CC6-4F27-AB4F-D93CE10ED7E0}" dt="2026-10-13T11:10:54.224" v="961" actId="1076"/>
          <ac:spMkLst>
            <pc:docMk/>
            <pc:sldMk cId="0" sldId="258"/>
            <ac:spMk id="20" creationId="{00000000-0000-0000-0000-000000000000}"/>
          </ac:spMkLst>
        </pc:spChg>
        <pc:spChg chg="mod">
          <ac:chgData name="서영 최" userId="ab546727de316755" providerId="LiveId" clId="{86F8330C-1CC6-4F27-AB4F-D93CE10ED7E0}" dt="2026-10-13T11:38:41.675" v="1635" actId="403"/>
          <ac:spMkLst>
            <pc:docMk/>
            <pc:sldMk cId="0" sldId="258"/>
            <ac:spMk id="21" creationId="{00000000-0000-0000-0000-000000000000}"/>
          </ac:spMkLst>
        </pc:spChg>
        <pc:spChg chg="mod">
          <ac:chgData name="서영 최" userId="ab546727de316755" providerId="LiveId" clId="{86F8330C-1CC6-4F27-AB4F-D93CE10ED7E0}" dt="2026-10-13T11:38:01.825" v="1597" actId="20577"/>
          <ac:spMkLst>
            <pc:docMk/>
            <pc:sldMk cId="0" sldId="258"/>
            <ac:spMk id="22" creationId="{00000000-0000-0000-0000-000000000000}"/>
          </ac:spMkLst>
        </pc:spChg>
        <pc:spChg chg="mod">
          <ac:chgData name="서영 최" userId="ab546727de316755" providerId="LiveId" clId="{86F8330C-1CC6-4F27-AB4F-D93CE10ED7E0}" dt="2026-10-13T11:11:53.470" v="1002" actId="1035"/>
          <ac:spMkLst>
            <pc:docMk/>
            <pc:sldMk cId="0" sldId="258"/>
            <ac:spMk id="23" creationId="{00000000-0000-0000-0000-000000000000}"/>
          </ac:spMkLst>
        </pc:spChg>
        <pc:spChg chg="mod">
          <ac:chgData name="서영 최" userId="ab546727de316755" providerId="LiveId" clId="{86F8330C-1CC6-4F27-AB4F-D93CE10ED7E0}" dt="2026-10-13T11:11:40.919" v="973" actId="14100"/>
          <ac:spMkLst>
            <pc:docMk/>
            <pc:sldMk cId="0" sldId="258"/>
            <ac:spMk id="24" creationId="{00000000-0000-0000-0000-000000000000}"/>
          </ac:spMkLst>
        </pc:spChg>
        <pc:spChg chg="mod">
          <ac:chgData name="서영 최" userId="ab546727de316755" providerId="LiveId" clId="{86F8330C-1CC6-4F27-AB4F-D93CE10ED7E0}" dt="2026-10-13T11:11:16.133" v="969" actId="1076"/>
          <ac:spMkLst>
            <pc:docMk/>
            <pc:sldMk cId="0" sldId="258"/>
            <ac:spMk id="25" creationId="{00000000-0000-0000-0000-000000000000}"/>
          </ac:spMkLst>
        </pc:spChg>
        <pc:spChg chg="mod">
          <ac:chgData name="서영 최" userId="ab546727de316755" providerId="LiveId" clId="{86F8330C-1CC6-4F27-AB4F-D93CE10ED7E0}" dt="2026-10-13T11:11:16.133" v="969" actId="1076"/>
          <ac:spMkLst>
            <pc:docMk/>
            <pc:sldMk cId="0" sldId="258"/>
            <ac:spMk id="26" creationId="{00000000-0000-0000-0000-000000000000}"/>
          </ac:spMkLst>
        </pc:spChg>
        <pc:spChg chg="mod">
          <ac:chgData name="서영 최" userId="ab546727de316755" providerId="LiveId" clId="{86F8330C-1CC6-4F27-AB4F-D93CE10ED7E0}" dt="2026-10-13T11:11:19.578" v="970" actId="14100"/>
          <ac:spMkLst>
            <pc:docMk/>
            <pc:sldMk cId="0" sldId="258"/>
            <ac:spMk id="27" creationId="{00000000-0000-0000-0000-000000000000}"/>
          </ac:spMkLst>
        </pc:spChg>
        <pc:spChg chg="mod">
          <ac:chgData name="서영 최" userId="ab546727de316755" providerId="LiveId" clId="{86F8330C-1CC6-4F27-AB4F-D93CE10ED7E0}" dt="2026-10-13T11:11:53.470" v="1002" actId="1035"/>
          <ac:spMkLst>
            <pc:docMk/>
            <pc:sldMk cId="0" sldId="258"/>
            <ac:spMk id="29" creationId="{00000000-0000-0000-0000-000000000000}"/>
          </ac:spMkLst>
        </pc:spChg>
        <pc:spChg chg="mod">
          <ac:chgData name="서영 최" userId="ab546727de316755" providerId="LiveId" clId="{86F8330C-1CC6-4F27-AB4F-D93CE10ED7E0}" dt="2026-10-13T11:11:40.919" v="973" actId="14100"/>
          <ac:spMkLst>
            <pc:docMk/>
            <pc:sldMk cId="0" sldId="258"/>
            <ac:spMk id="30" creationId="{00000000-0000-0000-0000-000000000000}"/>
          </ac:spMkLst>
        </pc:spChg>
        <pc:spChg chg="mod">
          <ac:chgData name="서영 최" userId="ab546727de316755" providerId="LiveId" clId="{86F8330C-1CC6-4F27-AB4F-D93CE10ED7E0}" dt="2026-10-13T11:11:32.491" v="971" actId="1076"/>
          <ac:spMkLst>
            <pc:docMk/>
            <pc:sldMk cId="0" sldId="258"/>
            <ac:spMk id="31" creationId="{00000000-0000-0000-0000-000000000000}"/>
          </ac:spMkLst>
        </pc:spChg>
        <pc:spChg chg="mod">
          <ac:chgData name="서영 최" userId="ab546727de316755" providerId="LiveId" clId="{86F8330C-1CC6-4F27-AB4F-D93CE10ED7E0}" dt="2026-10-13T11:11:32.491" v="971" actId="1076"/>
          <ac:spMkLst>
            <pc:docMk/>
            <pc:sldMk cId="0" sldId="258"/>
            <ac:spMk id="32" creationId="{00000000-0000-0000-0000-000000000000}"/>
          </ac:spMkLst>
        </pc:spChg>
        <pc:spChg chg="mod">
          <ac:chgData name="서영 최" userId="ab546727de316755" providerId="LiveId" clId="{86F8330C-1CC6-4F27-AB4F-D93CE10ED7E0}" dt="2026-10-13T11:11:36.255" v="972" actId="14100"/>
          <ac:spMkLst>
            <pc:docMk/>
            <pc:sldMk cId="0" sldId="258"/>
            <ac:spMk id="33" creationId="{00000000-0000-0000-0000-000000000000}"/>
          </ac:spMkLst>
        </pc:spChg>
        <pc:spChg chg="mod">
          <ac:chgData name="서영 최" userId="ab546727de316755" providerId="LiveId" clId="{86F8330C-1CC6-4F27-AB4F-D93CE10ED7E0}" dt="2026-10-13T11:42:53.651" v="2167" actId="1076"/>
          <ac:spMkLst>
            <pc:docMk/>
            <pc:sldMk cId="0" sldId="258"/>
            <ac:spMk id="35" creationId="{00000000-0000-0000-0000-000000000000}"/>
          </ac:spMkLst>
        </pc:spChg>
        <pc:spChg chg="mod">
          <ac:chgData name="서영 최" userId="ab546727de316755" providerId="LiveId" clId="{86F8330C-1CC6-4F27-AB4F-D93CE10ED7E0}" dt="2026-10-13T11:43:02.464" v="2175" actId="1035"/>
          <ac:spMkLst>
            <pc:docMk/>
            <pc:sldMk cId="0" sldId="258"/>
            <ac:spMk id="37" creationId="{00000000-0000-0000-0000-000000000000}"/>
          </ac:spMkLst>
        </pc:spChg>
        <pc:spChg chg="add">
          <ac:chgData name="서영 최" userId="ab546727de316755" providerId="LiveId" clId="{86F8330C-1CC6-4F27-AB4F-D93CE10ED7E0}" dt="2026-10-13T10:13:10.345" v="73" actId="22"/>
          <ac:spMkLst>
            <pc:docMk/>
            <pc:sldMk cId="0" sldId="258"/>
            <ac:spMk id="39" creationId="{5C1C8DE4-BBE8-37F3-1012-EFECB327FC73}"/>
          </ac:spMkLst>
        </pc:spChg>
        <pc:spChg chg="add del mod">
          <ac:chgData name="서영 최" userId="ab546727de316755" providerId="LiveId" clId="{86F8330C-1CC6-4F27-AB4F-D93CE10ED7E0}" dt="2026-10-13T11:10:10.491" v="952" actId="22"/>
          <ac:spMkLst>
            <pc:docMk/>
            <pc:sldMk cId="0" sldId="258"/>
            <ac:spMk id="41" creationId="{398E6656-588A-1504-E267-110E1C1FB6C6}"/>
          </ac:spMkLst>
        </pc:spChg>
        <pc:spChg chg="add mod">
          <ac:chgData name="서영 최" userId="ab546727de316755" providerId="LiveId" clId="{86F8330C-1CC6-4F27-AB4F-D93CE10ED7E0}" dt="2026-10-13T11:10:22.731" v="954" actId="1076"/>
          <ac:spMkLst>
            <pc:docMk/>
            <pc:sldMk cId="0" sldId="258"/>
            <ac:spMk id="43" creationId="{726BD6C9-CFB6-B4CF-9EEB-5673BF6D3626}"/>
          </ac:spMkLst>
        </pc:spChg>
        <pc:spChg chg="add mod">
          <ac:chgData name="서영 최" userId="ab546727de316755" providerId="LiveId" clId="{86F8330C-1CC6-4F27-AB4F-D93CE10ED7E0}" dt="2026-10-13T11:12:05.670" v="1039" actId="6549"/>
          <ac:spMkLst>
            <pc:docMk/>
            <pc:sldMk cId="0" sldId="258"/>
            <ac:spMk id="45" creationId="{1D3A28BF-4198-005D-F9E4-7C716CE659BA}"/>
          </ac:spMkLst>
        </pc:spChg>
        <pc:spChg chg="add mod">
          <ac:chgData name="서영 최" userId="ab546727de316755" providerId="LiveId" clId="{86F8330C-1CC6-4F27-AB4F-D93CE10ED7E0}" dt="2026-10-13T11:13:02.847" v="1079" actId="14100"/>
          <ac:spMkLst>
            <pc:docMk/>
            <pc:sldMk cId="0" sldId="258"/>
            <ac:spMk id="47" creationId="{525C8B09-21A8-27C3-ABC8-8635705DD9E4}"/>
          </ac:spMkLst>
        </pc:spChg>
        <pc:spChg chg="add mod">
          <ac:chgData name="서영 최" userId="ab546727de316755" providerId="LiveId" clId="{86F8330C-1CC6-4F27-AB4F-D93CE10ED7E0}" dt="2026-10-13T11:13:34.850" v="1092" actId="14100"/>
          <ac:spMkLst>
            <pc:docMk/>
            <pc:sldMk cId="0" sldId="258"/>
            <ac:spMk id="49" creationId="{BDEF7901-6AA9-CC40-B59A-5F927CCED4F2}"/>
          </ac:spMkLst>
        </pc:spChg>
        <pc:spChg chg="add mod">
          <ac:chgData name="서영 최" userId="ab546727de316755" providerId="LiveId" clId="{86F8330C-1CC6-4F27-AB4F-D93CE10ED7E0}" dt="2026-10-13T11:13:55.580" v="1112" actId="1037"/>
          <ac:spMkLst>
            <pc:docMk/>
            <pc:sldMk cId="0" sldId="258"/>
            <ac:spMk id="51" creationId="{295FF575-80A0-69AB-ABC8-908A82A81287}"/>
          </ac:spMkLst>
        </pc:spChg>
        <pc:spChg chg="add mod">
          <ac:chgData name="서영 최" userId="ab546727de316755" providerId="LiveId" clId="{86F8330C-1CC6-4F27-AB4F-D93CE10ED7E0}" dt="2026-10-13T11:16:05.634" v="1117" actId="6549"/>
          <ac:spMkLst>
            <pc:docMk/>
            <pc:sldMk cId="0" sldId="258"/>
            <ac:spMk id="53" creationId="{C503435F-78B1-FB74-7EF8-6F273E069211}"/>
          </ac:spMkLst>
        </pc:spChg>
        <pc:spChg chg="add del mod">
          <ac:chgData name="서영 최" userId="ab546727de316755" providerId="LiveId" clId="{86F8330C-1CC6-4F27-AB4F-D93CE10ED7E0}" dt="2026-10-13T11:12:39.335" v="1050" actId="478"/>
          <ac:spMkLst>
            <pc:docMk/>
            <pc:sldMk cId="0" sldId="258"/>
            <ac:spMk id="55" creationId="{14B14E2A-0CE7-3EB0-B493-A2C688D060E6}"/>
          </ac:spMkLst>
        </pc:spChg>
        <pc:spChg chg="add mod">
          <ac:chgData name="서영 최" userId="ab546727de316755" providerId="LiveId" clId="{86F8330C-1CC6-4F27-AB4F-D93CE10ED7E0}" dt="2026-10-13T11:13:02.847" v="1079" actId="14100"/>
          <ac:spMkLst>
            <pc:docMk/>
            <pc:sldMk cId="0" sldId="258"/>
            <ac:spMk id="57" creationId="{F59A4653-E35C-3D8A-98F8-9C533F1668C1}"/>
          </ac:spMkLst>
        </pc:spChg>
        <pc:spChg chg="add mod">
          <ac:chgData name="서영 최" userId="ab546727de316755" providerId="LiveId" clId="{86F8330C-1CC6-4F27-AB4F-D93CE10ED7E0}" dt="2026-10-13T11:13:34.850" v="1092" actId="14100"/>
          <ac:spMkLst>
            <pc:docMk/>
            <pc:sldMk cId="0" sldId="258"/>
            <ac:spMk id="59" creationId="{1391981A-6B07-DBFA-D108-D7A3635E8093}"/>
          </ac:spMkLst>
        </pc:spChg>
        <pc:spChg chg="add mod">
          <ac:chgData name="서영 최" userId="ab546727de316755" providerId="LiveId" clId="{86F8330C-1CC6-4F27-AB4F-D93CE10ED7E0}" dt="2026-10-13T11:13:55.580" v="1112" actId="1037"/>
          <ac:spMkLst>
            <pc:docMk/>
            <pc:sldMk cId="0" sldId="258"/>
            <ac:spMk id="61" creationId="{E8D36308-E9DD-C6B9-907C-6A1B5AB32D4A}"/>
          </ac:spMkLst>
        </pc:spChg>
        <pc:spChg chg="add mod">
          <ac:chgData name="서영 최" userId="ab546727de316755" providerId="LiveId" clId="{86F8330C-1CC6-4F27-AB4F-D93CE10ED7E0}" dt="2026-10-13T11:16:06.915" v="1118" actId="6549"/>
          <ac:spMkLst>
            <pc:docMk/>
            <pc:sldMk cId="0" sldId="258"/>
            <ac:spMk id="63" creationId="{43C8E674-C69B-897A-0FCD-826D30335B93}"/>
          </ac:spMkLst>
        </pc:spChg>
        <pc:spChg chg="add del mod">
          <ac:chgData name="서영 최" userId="ab546727de316755" providerId="LiveId" clId="{86F8330C-1CC6-4F27-AB4F-D93CE10ED7E0}" dt="2026-10-13T11:12:41.217" v="1051" actId="478"/>
          <ac:spMkLst>
            <pc:docMk/>
            <pc:sldMk cId="0" sldId="258"/>
            <ac:spMk id="65" creationId="{4E50C598-473E-4EFD-1671-3A47AFDBCCB4}"/>
          </ac:spMkLst>
        </pc:spChg>
        <pc:spChg chg="add mod">
          <ac:chgData name="서영 최" userId="ab546727de316755" providerId="LiveId" clId="{86F8330C-1CC6-4F27-AB4F-D93CE10ED7E0}" dt="2026-10-13T11:25:40.763" v="1177" actId="20577"/>
          <ac:spMkLst>
            <pc:docMk/>
            <pc:sldMk cId="0" sldId="258"/>
            <ac:spMk id="67" creationId="{0B675CFE-3796-F20B-136D-4C302730CE17}"/>
          </ac:spMkLst>
        </pc:spChg>
        <pc:spChg chg="add mod">
          <ac:chgData name="서영 최" userId="ab546727de316755" providerId="LiveId" clId="{86F8330C-1CC6-4F27-AB4F-D93CE10ED7E0}" dt="2026-10-13T11:54:21.354" v="2217" actId="6549"/>
          <ac:spMkLst>
            <pc:docMk/>
            <pc:sldMk cId="0" sldId="258"/>
            <ac:spMk id="69" creationId="{20434CAA-EE31-1B0E-D453-36145E443B8C}"/>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04284966"/>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첫 번째로 연구 배경입니다. 생성형 AI가 기술적 아이디어 도출에도 활용되면서, 인간과 AI가 함께 발명에 관여하는 상황이 늘고 있습니다. 현행 특허법은 자연인 발명자 원칙을 유지하고 있지만, AI가 제안한 결과를 선택하거나 검증하고 수정한 사람의 기여를 어디까지 발명행위로 볼 것인지는 검토할 필요가 있습니다. 따라서 인간의 실질적인 기술적 기여에 주목하고자 합니다.</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마지막으로 연구방법입니다. 우선 국내 특허법과 DABUS 관련 판결을 검토합니다. 이어 미국 특허청의 AI 활용 발명 지침과 영국 판결을 비교합니다. 이를 바탕으로 인간이 문제만 제시한 경우, AI가 기술적 해결책을 제안한 경우, 인간이 이를 실질적으로 수정한 경우로 사례를 나누어 분석하겠습니다. 최종적으로 청구항의 기술적 특징과 연결되는 인간의 창작 기여를 중심으로 판단 요소를 제안하고, 기여 과정을 기록하고 입증하는 실무적 방안을 제시하고자 합니다.</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8FAFC"/>
          </a:solidFill>
          <a:ln w="12700">
            <a:solidFill>
              <a:srgbClr val="F8FAFC"/>
            </a:solidFill>
            <a:prstDash val="solid"/>
          </a:ln>
        </p:spPr>
        <p:txBody>
          <a:bodyPr/>
          <a:lstStyle/>
          <a:p>
            <a:endParaRPr lang="ko-KR" altLang="en-US"/>
          </a:p>
        </p:txBody>
      </p:sp>
      <p:sp>
        <p:nvSpPr>
          <p:cNvPr id="3" name="Shape 1"/>
          <p:cNvSpPr/>
          <p:nvPr/>
        </p:nvSpPr>
        <p:spPr>
          <a:xfrm>
            <a:off x="0" y="0"/>
            <a:ext cx="118872" cy="6858000"/>
          </a:xfrm>
          <a:prstGeom prst="rect">
            <a:avLst/>
          </a:prstGeom>
          <a:solidFill>
            <a:srgbClr val="15A58D"/>
          </a:solidFill>
          <a:ln w="12700">
            <a:solidFill>
              <a:srgbClr val="15A58D"/>
            </a:solidFill>
            <a:prstDash val="solid"/>
          </a:ln>
        </p:spPr>
        <p:txBody>
          <a:bodyPr/>
          <a:lstStyle/>
          <a:p>
            <a:endParaRPr lang="ko-KR" altLang="en-US"/>
          </a:p>
        </p:txBody>
      </p:sp>
      <p:sp>
        <p:nvSpPr>
          <p:cNvPr id="4" name="Text 2"/>
          <p:cNvSpPr/>
          <p:nvPr/>
        </p:nvSpPr>
        <p:spPr>
          <a:xfrm>
            <a:off x="640080" y="347472"/>
            <a:ext cx="7498080" cy="246888"/>
          </a:xfrm>
          <a:prstGeom prst="rect">
            <a:avLst/>
          </a:prstGeom>
          <a:noFill/>
          <a:ln/>
        </p:spPr>
        <p:txBody>
          <a:bodyPr wrap="square" lIns="0" tIns="0" rIns="0" bIns="0" rtlCol="0" anchor="ctr">
            <a:normAutofit/>
          </a:bodyPr>
          <a:lstStyle/>
          <a:p>
            <a:pPr marL="0" indent="0">
              <a:buNone/>
            </a:pPr>
            <a:r>
              <a:rPr lang="ko-KR" altLang="en-US" sz="1000" b="1" kern="0" spc="140">
                <a:solidFill>
                  <a:srgbClr val="15A58D"/>
                </a:solidFill>
                <a:latin typeface="Malgun Gothic" pitchFamily="34" charset="0"/>
                <a:ea typeface="Malgun Gothic" pitchFamily="34" charset="-122"/>
                <a:cs typeface="Malgun Gothic" pitchFamily="34" charset="-120"/>
              </a:rPr>
              <a:t>인공지능전공 </a:t>
            </a:r>
            <a:r>
              <a:rPr lang="en-US" altLang="ko-KR" sz="1000" b="1" kern="0" spc="140">
                <a:solidFill>
                  <a:srgbClr val="15A58D"/>
                </a:solidFill>
                <a:latin typeface="Malgun Gothic" pitchFamily="34" charset="0"/>
                <a:ea typeface="Malgun Gothic" pitchFamily="34" charset="-122"/>
                <a:cs typeface="Malgun Gothic" pitchFamily="34" charset="-120"/>
              </a:rPr>
              <a:t>202676374 </a:t>
            </a:r>
            <a:r>
              <a:rPr lang="ko-KR" altLang="en-US" sz="1000" b="1" kern="0" spc="140">
                <a:solidFill>
                  <a:srgbClr val="15A58D"/>
                </a:solidFill>
                <a:latin typeface="Malgun Gothic" pitchFamily="34" charset="0"/>
                <a:ea typeface="Malgun Gothic" pitchFamily="34" charset="-122"/>
                <a:cs typeface="Malgun Gothic" pitchFamily="34" charset="-120"/>
              </a:rPr>
              <a:t>최서영</a:t>
            </a:r>
            <a:endParaRPr lang="en-US" sz="1000" dirty="0"/>
          </a:p>
        </p:txBody>
      </p:sp>
      <p:sp>
        <p:nvSpPr>
          <p:cNvPr id="5" name="Text 3"/>
          <p:cNvSpPr/>
          <p:nvPr/>
        </p:nvSpPr>
        <p:spPr>
          <a:xfrm>
            <a:off x="640080" y="841248"/>
            <a:ext cx="10972800" cy="612648"/>
          </a:xfrm>
          <a:prstGeom prst="rect">
            <a:avLst/>
          </a:prstGeom>
          <a:noFill/>
          <a:ln/>
        </p:spPr>
        <p:txBody>
          <a:bodyPr wrap="square" lIns="0" tIns="0" rIns="0" bIns="0" rtlCol="0" anchor="ctr">
            <a:normAutofit/>
          </a:bodyPr>
          <a:lstStyle/>
          <a:p>
            <a:pPr marL="0" indent="0">
              <a:buNone/>
            </a:pPr>
            <a:r>
              <a:rPr lang="ko-KR" altLang="en-US" sz="2800" b="1">
                <a:solidFill>
                  <a:srgbClr val="14243A"/>
                </a:solidFill>
                <a:latin typeface="Malgun Gothic" pitchFamily="34" charset="0"/>
                <a:ea typeface="Malgun Gothic" pitchFamily="34" charset="-122"/>
                <a:cs typeface="Malgun Gothic" pitchFamily="34" charset="-120"/>
              </a:rPr>
              <a:t>생성형 </a:t>
            </a:r>
            <a:r>
              <a:rPr lang="en-US" altLang="ko-KR" sz="2800" b="1">
                <a:solidFill>
                  <a:srgbClr val="14243A"/>
                </a:solidFill>
                <a:latin typeface="Malgun Gothic" pitchFamily="34" charset="0"/>
                <a:ea typeface="Malgun Gothic" pitchFamily="34" charset="-122"/>
                <a:cs typeface="Malgun Gothic" pitchFamily="34" charset="-120"/>
              </a:rPr>
              <a:t>AI </a:t>
            </a:r>
            <a:r>
              <a:rPr lang="ko-KR" altLang="en-US" sz="2800" b="1">
                <a:solidFill>
                  <a:srgbClr val="14243A"/>
                </a:solidFill>
                <a:latin typeface="Malgun Gothic" pitchFamily="34" charset="0"/>
                <a:ea typeface="Malgun Gothic" pitchFamily="34" charset="-122"/>
                <a:cs typeface="Malgun Gothic" pitchFamily="34" charset="-120"/>
              </a:rPr>
              <a:t>활용 발명의 특허법상 발명자 권리 귀속 연구</a:t>
            </a:r>
            <a:endParaRPr lang="en-US" sz="2800" dirty="0"/>
          </a:p>
        </p:txBody>
      </p:sp>
      <p:sp>
        <p:nvSpPr>
          <p:cNvPr id="6" name="Text 4"/>
          <p:cNvSpPr/>
          <p:nvPr/>
        </p:nvSpPr>
        <p:spPr>
          <a:xfrm>
            <a:off x="640080" y="1545336"/>
            <a:ext cx="10972800" cy="384048"/>
          </a:xfrm>
          <a:prstGeom prst="rect">
            <a:avLst/>
          </a:prstGeom>
          <a:noFill/>
          <a:ln/>
        </p:spPr>
        <p:txBody>
          <a:bodyPr wrap="square" lIns="0" tIns="0" rIns="0" bIns="0" rtlCol="0" anchor="ctr">
            <a:normAutofit/>
          </a:bodyPr>
          <a:lstStyle/>
          <a:p>
            <a:pPr marL="0" indent="0">
              <a:buNone/>
            </a:pPr>
            <a:r>
              <a:rPr lang="en-US" sz="1300" dirty="0">
                <a:solidFill>
                  <a:srgbClr val="64748B"/>
                </a:solidFill>
                <a:latin typeface="Malgun Gothic" pitchFamily="34" charset="0"/>
                <a:ea typeface="Malgun Gothic" pitchFamily="34" charset="-122"/>
                <a:cs typeface="Malgun Gothic" pitchFamily="34" charset="-120"/>
              </a:rPr>
              <a:t>― 인간의 </a:t>
            </a:r>
            <a:r>
              <a:rPr lang="en-US" sz="1300">
                <a:solidFill>
                  <a:srgbClr val="64748B"/>
                </a:solidFill>
                <a:latin typeface="Malgun Gothic" pitchFamily="34" charset="0"/>
                <a:ea typeface="Malgun Gothic" pitchFamily="34" charset="-122"/>
                <a:cs typeface="Malgun Gothic" pitchFamily="34" charset="-120"/>
              </a:rPr>
              <a:t>실질적 </a:t>
            </a:r>
            <a:r>
              <a:rPr lang="ko-KR" altLang="en-US" sz="1300">
                <a:solidFill>
                  <a:srgbClr val="64748B"/>
                </a:solidFill>
                <a:latin typeface="Malgun Gothic" pitchFamily="34" charset="0"/>
                <a:ea typeface="Malgun Gothic" pitchFamily="34" charset="-122"/>
                <a:cs typeface="Malgun Gothic" pitchFamily="34" charset="-120"/>
              </a:rPr>
              <a:t>기여 판단 기준을</a:t>
            </a:r>
            <a:r>
              <a:rPr lang="en-US" sz="1300">
                <a:solidFill>
                  <a:srgbClr val="64748B"/>
                </a:solidFill>
                <a:latin typeface="Malgun Gothic" pitchFamily="34" charset="0"/>
                <a:ea typeface="Malgun Gothic" pitchFamily="34" charset="-122"/>
                <a:cs typeface="Malgun Gothic" pitchFamily="34" charset="-120"/>
              </a:rPr>
              <a:t> </a:t>
            </a:r>
            <a:r>
              <a:rPr lang="en-US" sz="1300" dirty="0">
                <a:solidFill>
                  <a:srgbClr val="64748B"/>
                </a:solidFill>
                <a:latin typeface="Malgun Gothic" pitchFamily="34" charset="0"/>
                <a:ea typeface="Malgun Gothic" pitchFamily="34" charset="-122"/>
                <a:cs typeface="Malgun Gothic" pitchFamily="34" charset="-120"/>
              </a:rPr>
              <a:t>중심으로 ―</a:t>
            </a:r>
            <a:endParaRPr lang="en-US" sz="1300" dirty="0"/>
          </a:p>
        </p:txBody>
      </p:sp>
      <p:sp>
        <p:nvSpPr>
          <p:cNvPr id="7" name="Shape 5"/>
          <p:cNvSpPr/>
          <p:nvPr/>
        </p:nvSpPr>
        <p:spPr>
          <a:xfrm>
            <a:off x="640080" y="2084832"/>
            <a:ext cx="10917936" cy="16459"/>
          </a:xfrm>
          <a:prstGeom prst="rect">
            <a:avLst/>
          </a:prstGeom>
          <a:solidFill>
            <a:srgbClr val="DDE5EC"/>
          </a:solidFill>
          <a:ln w="12700">
            <a:solidFill>
              <a:srgbClr val="DDE5EC"/>
            </a:solidFill>
            <a:prstDash val="solid"/>
          </a:ln>
        </p:spPr>
        <p:txBody>
          <a:bodyPr/>
          <a:lstStyle/>
          <a:p>
            <a:endParaRPr lang="ko-KR" altLang="en-US"/>
          </a:p>
        </p:txBody>
      </p:sp>
      <p:sp>
        <p:nvSpPr>
          <p:cNvPr id="8" name="Text 6"/>
          <p:cNvSpPr/>
          <p:nvPr/>
        </p:nvSpPr>
        <p:spPr>
          <a:xfrm>
            <a:off x="640080" y="6483096"/>
            <a:ext cx="7315200" cy="173736"/>
          </a:xfrm>
          <a:prstGeom prst="rect">
            <a:avLst/>
          </a:prstGeom>
          <a:noFill/>
          <a:ln/>
        </p:spPr>
        <p:txBody>
          <a:bodyPr wrap="square" lIns="0" tIns="0" rIns="0" bIns="0" rtlCol="0" anchor="ctr">
            <a:normAutofit/>
          </a:bodyPr>
          <a:lstStyle/>
          <a:p>
            <a:r>
              <a:rPr lang="en-US" sz="900" dirty="0">
                <a:solidFill>
                  <a:srgbClr val="64748B"/>
                </a:solidFill>
                <a:latin typeface="Malgun Gothic" pitchFamily="34" charset="0"/>
                <a:ea typeface="Malgun Gothic" pitchFamily="34" charset="-122"/>
                <a:cs typeface="Malgun Gothic" pitchFamily="34" charset="-120"/>
              </a:rPr>
              <a:t>건국대학교 공학대학원 </a:t>
            </a:r>
            <a:r>
              <a:rPr lang="en-US" sz="900">
                <a:solidFill>
                  <a:srgbClr val="64748B"/>
                </a:solidFill>
                <a:latin typeface="Malgun Gothic" pitchFamily="34" charset="0"/>
                <a:ea typeface="Malgun Gothic" pitchFamily="34" charset="-122"/>
                <a:cs typeface="Malgun Gothic" pitchFamily="34" charset="-120"/>
              </a:rPr>
              <a:t>· </a:t>
            </a:r>
            <a:r>
              <a:rPr lang="en-US" altLang="ko-KR" sz="900">
                <a:solidFill>
                  <a:srgbClr val="64748B"/>
                </a:solidFill>
                <a:latin typeface="Malgun Gothic" pitchFamily="34" charset="0"/>
                <a:ea typeface="Malgun Gothic" pitchFamily="34" charset="-122"/>
                <a:cs typeface="Malgun Gothic" pitchFamily="34" charset="-120"/>
              </a:rPr>
              <a:t>AI</a:t>
            </a:r>
            <a:r>
              <a:rPr lang="ko-KR" altLang="en-US" sz="900">
                <a:solidFill>
                  <a:srgbClr val="64748B"/>
                </a:solidFill>
                <a:latin typeface="Malgun Gothic" pitchFamily="34" charset="0"/>
                <a:ea typeface="Malgun Gothic" pitchFamily="34" charset="-122"/>
                <a:cs typeface="Malgun Gothic" pitchFamily="34" charset="-120"/>
              </a:rPr>
              <a:t>거버넌스기반의연구방법론</a:t>
            </a:r>
            <a:endParaRPr lang="en-US" sz="900" dirty="0"/>
          </a:p>
        </p:txBody>
      </p:sp>
      <p:sp>
        <p:nvSpPr>
          <p:cNvPr id="9" name="Text 7"/>
          <p:cNvSpPr/>
          <p:nvPr/>
        </p:nvSpPr>
        <p:spPr>
          <a:xfrm>
            <a:off x="10826496" y="6464808"/>
            <a:ext cx="731520" cy="182880"/>
          </a:xfrm>
          <a:prstGeom prst="rect">
            <a:avLst/>
          </a:prstGeom>
          <a:noFill/>
          <a:ln/>
        </p:spPr>
        <p:txBody>
          <a:bodyPr wrap="square" lIns="0" tIns="0" rIns="0" bIns="0" rtlCol="0" anchor="ctr">
            <a:normAutofit/>
          </a:bodyPr>
          <a:lstStyle/>
          <a:p>
            <a:pPr marL="0" indent="0" algn="r">
              <a:buNone/>
            </a:pPr>
            <a:r>
              <a:rPr lang="en-US" sz="1000" dirty="0">
                <a:solidFill>
                  <a:srgbClr val="64748B"/>
                </a:solidFill>
                <a:latin typeface="Malgun Gothic" pitchFamily="34" charset="0"/>
                <a:ea typeface="Malgun Gothic" pitchFamily="34" charset="-122"/>
                <a:cs typeface="Malgun Gothic" pitchFamily="34" charset="-120"/>
              </a:rPr>
              <a:t>1 </a:t>
            </a:r>
            <a:r>
              <a:rPr lang="en-US" sz="1000">
                <a:solidFill>
                  <a:srgbClr val="64748B"/>
                </a:solidFill>
                <a:latin typeface="Malgun Gothic" pitchFamily="34" charset="0"/>
                <a:ea typeface="Malgun Gothic" pitchFamily="34" charset="-122"/>
                <a:cs typeface="Malgun Gothic" pitchFamily="34" charset="-120"/>
              </a:rPr>
              <a:t>/ 2</a:t>
            </a:r>
            <a:endParaRPr lang="en-US" sz="1000" dirty="0"/>
          </a:p>
        </p:txBody>
      </p:sp>
      <p:sp>
        <p:nvSpPr>
          <p:cNvPr id="10" name="Shape 8"/>
          <p:cNvSpPr/>
          <p:nvPr/>
        </p:nvSpPr>
        <p:spPr>
          <a:xfrm>
            <a:off x="658368" y="2359152"/>
            <a:ext cx="1225296" cy="365760"/>
          </a:xfrm>
          <a:prstGeom prst="roundRect">
            <a:avLst>
              <a:gd name="adj" fmla="val 22500"/>
            </a:avLst>
          </a:prstGeom>
          <a:solidFill>
            <a:srgbClr val="E8F7F2"/>
          </a:solidFill>
          <a:ln w="12700">
            <a:solidFill>
              <a:srgbClr val="E8F7F2"/>
            </a:solidFill>
            <a:prstDash val="solid"/>
          </a:ln>
        </p:spPr>
        <p:txBody>
          <a:bodyPr/>
          <a:lstStyle/>
          <a:p>
            <a:endParaRPr lang="ko-KR" altLang="en-US"/>
          </a:p>
        </p:txBody>
      </p:sp>
      <p:sp>
        <p:nvSpPr>
          <p:cNvPr id="11" name="Text 9"/>
          <p:cNvSpPr/>
          <p:nvPr/>
        </p:nvSpPr>
        <p:spPr>
          <a:xfrm>
            <a:off x="768096" y="2414016"/>
            <a:ext cx="1042416" cy="256032"/>
          </a:xfrm>
          <a:prstGeom prst="rect">
            <a:avLst/>
          </a:prstGeom>
          <a:noFill/>
          <a:ln/>
        </p:spPr>
        <p:txBody>
          <a:bodyPr wrap="square" lIns="0" tIns="0" rIns="0" bIns="0" rtlCol="0" anchor="ctr">
            <a:normAutofit/>
          </a:bodyPr>
          <a:lstStyle/>
          <a:p>
            <a:pPr marL="0" indent="0" algn="ctr">
              <a:buNone/>
            </a:pPr>
            <a:r>
              <a:rPr lang="en-US" sz="1100" b="1" dirty="0">
                <a:solidFill>
                  <a:srgbClr val="087968"/>
                </a:solidFill>
                <a:latin typeface="Malgun Gothic" pitchFamily="34" charset="0"/>
                <a:ea typeface="Malgun Gothic" pitchFamily="34" charset="-122"/>
                <a:cs typeface="Malgun Gothic" pitchFamily="34" charset="-120"/>
              </a:rPr>
              <a:t>연구 배경</a:t>
            </a:r>
            <a:endParaRPr lang="en-US" sz="1100" dirty="0"/>
          </a:p>
        </p:txBody>
      </p:sp>
      <p:sp>
        <p:nvSpPr>
          <p:cNvPr id="12" name="Shape 10"/>
          <p:cNvSpPr/>
          <p:nvPr/>
        </p:nvSpPr>
        <p:spPr>
          <a:xfrm>
            <a:off x="694944" y="2907792"/>
            <a:ext cx="10753344" cy="768096"/>
          </a:xfrm>
          <a:prstGeom prst="roundRect">
            <a:avLst>
              <a:gd name="adj" fmla="val 14286"/>
            </a:avLst>
          </a:prstGeom>
          <a:solidFill>
            <a:srgbClr val="FFFFFF"/>
          </a:solidFill>
          <a:ln w="12700">
            <a:solidFill>
              <a:srgbClr val="DDE5EC"/>
            </a:solidFill>
            <a:prstDash val="solid"/>
          </a:ln>
        </p:spPr>
        <p:txBody>
          <a:bodyPr/>
          <a:lstStyle/>
          <a:p>
            <a:endParaRPr lang="ko-KR" altLang="en-US"/>
          </a:p>
        </p:txBody>
      </p:sp>
      <p:sp>
        <p:nvSpPr>
          <p:cNvPr id="13" name="Shape 11"/>
          <p:cNvSpPr/>
          <p:nvPr/>
        </p:nvSpPr>
        <p:spPr>
          <a:xfrm>
            <a:off x="850392" y="3054096"/>
            <a:ext cx="530352" cy="448056"/>
          </a:xfrm>
          <a:prstGeom prst="roundRect">
            <a:avLst>
              <a:gd name="adj" fmla="val 18367"/>
            </a:avLst>
          </a:prstGeom>
          <a:solidFill>
            <a:srgbClr val="14243A"/>
          </a:solidFill>
          <a:ln w="12700">
            <a:solidFill>
              <a:srgbClr val="14243A"/>
            </a:solidFill>
            <a:prstDash val="solid"/>
          </a:ln>
        </p:spPr>
        <p:txBody>
          <a:bodyPr/>
          <a:lstStyle/>
          <a:p>
            <a:endParaRPr lang="ko-KR" altLang="en-US"/>
          </a:p>
        </p:txBody>
      </p:sp>
      <p:sp>
        <p:nvSpPr>
          <p:cNvPr id="14" name="Text 12"/>
          <p:cNvSpPr/>
          <p:nvPr/>
        </p:nvSpPr>
        <p:spPr>
          <a:xfrm>
            <a:off x="950976" y="3154680"/>
            <a:ext cx="320040" cy="173736"/>
          </a:xfrm>
          <a:prstGeom prst="rect">
            <a:avLst/>
          </a:prstGeom>
          <a:noFill/>
          <a:ln/>
        </p:spPr>
        <p:txBody>
          <a:bodyPr wrap="square" lIns="0" tIns="0" rIns="0" bIns="0" rtlCol="0" anchor="ctr">
            <a:normAutofit lnSpcReduction="10000"/>
          </a:bodyPr>
          <a:lstStyle/>
          <a:p>
            <a:pPr marL="0" indent="0" algn="ctr">
              <a:buNone/>
            </a:pPr>
            <a:r>
              <a:rPr lang="en-US" sz="1200" b="1" dirty="0">
                <a:solidFill>
                  <a:srgbClr val="FFFFFF"/>
                </a:solidFill>
                <a:latin typeface="Malgun Gothic" pitchFamily="34" charset="0"/>
                <a:ea typeface="Malgun Gothic" pitchFamily="34" charset="-122"/>
                <a:cs typeface="Malgun Gothic" pitchFamily="34" charset="-120"/>
              </a:rPr>
              <a:t>01</a:t>
            </a:r>
            <a:endParaRPr lang="en-US" sz="1200" dirty="0"/>
          </a:p>
        </p:txBody>
      </p:sp>
      <p:sp>
        <p:nvSpPr>
          <p:cNvPr id="15" name="Text 13"/>
          <p:cNvSpPr/>
          <p:nvPr/>
        </p:nvSpPr>
        <p:spPr>
          <a:xfrm>
            <a:off x="1609344" y="3026664"/>
            <a:ext cx="4206240" cy="246888"/>
          </a:xfrm>
          <a:prstGeom prst="rect">
            <a:avLst/>
          </a:prstGeom>
          <a:noFill/>
          <a:ln/>
        </p:spPr>
        <p:txBody>
          <a:bodyPr wrap="square" lIns="0" tIns="0" rIns="0" bIns="0" rtlCol="0" anchor="ctr">
            <a:normAutofit/>
          </a:bodyPr>
          <a:lstStyle/>
          <a:p>
            <a:pPr marL="0" indent="0">
              <a:buNone/>
            </a:pPr>
            <a:r>
              <a:rPr lang="en-US" sz="1600" b="1" dirty="0">
                <a:solidFill>
                  <a:srgbClr val="14243A"/>
                </a:solidFill>
                <a:latin typeface="Malgun Gothic" pitchFamily="34" charset="0"/>
                <a:ea typeface="Malgun Gothic" pitchFamily="34" charset="-122"/>
                <a:cs typeface="Malgun Gothic" pitchFamily="34" charset="-120"/>
              </a:rPr>
              <a:t>AI의 발명 과정 참여 확대</a:t>
            </a:r>
            <a:endParaRPr lang="en-US" sz="1600" dirty="0"/>
          </a:p>
        </p:txBody>
      </p:sp>
      <p:sp>
        <p:nvSpPr>
          <p:cNvPr id="16" name="Text 14"/>
          <p:cNvSpPr/>
          <p:nvPr/>
        </p:nvSpPr>
        <p:spPr>
          <a:xfrm>
            <a:off x="1609344" y="3319272"/>
            <a:ext cx="9464040" cy="201168"/>
          </a:xfrm>
          <a:prstGeom prst="rect">
            <a:avLst/>
          </a:prstGeom>
          <a:noFill/>
          <a:ln/>
        </p:spPr>
        <p:txBody>
          <a:bodyPr wrap="square" lIns="0" tIns="0" rIns="0" bIns="0" rtlCol="0" anchor="ctr">
            <a:normAutofit/>
          </a:bodyPr>
          <a:lstStyle/>
          <a:p>
            <a:pPr marL="0" indent="0">
              <a:buNone/>
            </a:pPr>
            <a:r>
              <a:rPr lang="en-US" sz="1200" dirty="0">
                <a:solidFill>
                  <a:srgbClr val="64748B"/>
                </a:solidFill>
                <a:latin typeface="Malgun Gothic" pitchFamily="34" charset="0"/>
                <a:ea typeface="Malgun Gothic" pitchFamily="34" charset="-122"/>
                <a:cs typeface="Malgun Gothic" pitchFamily="34" charset="-120"/>
              </a:rPr>
              <a:t>생성형 AI가 기술적 아이디어와 해결수단의 도출에 관여</a:t>
            </a:r>
            <a:endParaRPr lang="en-US" sz="1200" dirty="0"/>
          </a:p>
        </p:txBody>
      </p:sp>
      <p:sp>
        <p:nvSpPr>
          <p:cNvPr id="17" name="Shape 15"/>
          <p:cNvSpPr/>
          <p:nvPr/>
        </p:nvSpPr>
        <p:spPr>
          <a:xfrm>
            <a:off x="694944" y="3822192"/>
            <a:ext cx="10753344" cy="768096"/>
          </a:xfrm>
          <a:prstGeom prst="roundRect">
            <a:avLst>
              <a:gd name="adj" fmla="val 14286"/>
            </a:avLst>
          </a:prstGeom>
          <a:solidFill>
            <a:srgbClr val="FFFFFF"/>
          </a:solidFill>
          <a:ln w="12700">
            <a:solidFill>
              <a:srgbClr val="DDE5EC"/>
            </a:solidFill>
            <a:prstDash val="solid"/>
          </a:ln>
        </p:spPr>
        <p:txBody>
          <a:bodyPr/>
          <a:lstStyle/>
          <a:p>
            <a:endParaRPr lang="ko-KR" altLang="en-US"/>
          </a:p>
        </p:txBody>
      </p:sp>
      <p:sp>
        <p:nvSpPr>
          <p:cNvPr id="18" name="Shape 16"/>
          <p:cNvSpPr/>
          <p:nvPr/>
        </p:nvSpPr>
        <p:spPr>
          <a:xfrm>
            <a:off x="850392" y="3968496"/>
            <a:ext cx="530352" cy="448056"/>
          </a:xfrm>
          <a:prstGeom prst="roundRect">
            <a:avLst>
              <a:gd name="adj" fmla="val 18367"/>
            </a:avLst>
          </a:prstGeom>
          <a:solidFill>
            <a:srgbClr val="14243A"/>
          </a:solidFill>
          <a:ln w="12700">
            <a:solidFill>
              <a:srgbClr val="14243A"/>
            </a:solidFill>
            <a:prstDash val="solid"/>
          </a:ln>
        </p:spPr>
        <p:txBody>
          <a:bodyPr/>
          <a:lstStyle/>
          <a:p>
            <a:endParaRPr lang="ko-KR" altLang="en-US"/>
          </a:p>
        </p:txBody>
      </p:sp>
      <p:sp>
        <p:nvSpPr>
          <p:cNvPr id="19" name="Text 17"/>
          <p:cNvSpPr/>
          <p:nvPr/>
        </p:nvSpPr>
        <p:spPr>
          <a:xfrm>
            <a:off x="950976" y="4069080"/>
            <a:ext cx="320040" cy="173736"/>
          </a:xfrm>
          <a:prstGeom prst="rect">
            <a:avLst/>
          </a:prstGeom>
          <a:noFill/>
          <a:ln/>
        </p:spPr>
        <p:txBody>
          <a:bodyPr wrap="square" lIns="0" tIns="0" rIns="0" bIns="0" rtlCol="0" anchor="ctr">
            <a:normAutofit lnSpcReduction="10000"/>
          </a:bodyPr>
          <a:lstStyle/>
          <a:p>
            <a:pPr marL="0" indent="0" algn="ctr">
              <a:buNone/>
            </a:pPr>
            <a:r>
              <a:rPr lang="en-US" sz="1200" b="1" dirty="0">
                <a:solidFill>
                  <a:srgbClr val="FFFFFF"/>
                </a:solidFill>
                <a:latin typeface="Malgun Gothic" pitchFamily="34" charset="0"/>
                <a:ea typeface="Malgun Gothic" pitchFamily="34" charset="-122"/>
                <a:cs typeface="Malgun Gothic" pitchFamily="34" charset="-120"/>
              </a:rPr>
              <a:t>02</a:t>
            </a:r>
            <a:endParaRPr lang="en-US" sz="1200" dirty="0"/>
          </a:p>
        </p:txBody>
      </p:sp>
      <p:sp>
        <p:nvSpPr>
          <p:cNvPr id="20" name="Text 18"/>
          <p:cNvSpPr/>
          <p:nvPr/>
        </p:nvSpPr>
        <p:spPr>
          <a:xfrm>
            <a:off x="1609344" y="3941064"/>
            <a:ext cx="4206240" cy="246888"/>
          </a:xfrm>
          <a:prstGeom prst="rect">
            <a:avLst/>
          </a:prstGeom>
          <a:noFill/>
          <a:ln/>
        </p:spPr>
        <p:txBody>
          <a:bodyPr wrap="square" lIns="0" tIns="0" rIns="0" bIns="0" rtlCol="0" anchor="ctr">
            <a:normAutofit/>
          </a:bodyPr>
          <a:lstStyle/>
          <a:p>
            <a:pPr marL="0" indent="0">
              <a:buNone/>
            </a:pPr>
            <a:r>
              <a:rPr lang="ko-KR" altLang="en-US" sz="1600" b="1">
                <a:solidFill>
                  <a:srgbClr val="14243A"/>
                </a:solidFill>
                <a:latin typeface="Malgun Gothic" pitchFamily="34" charset="0"/>
                <a:ea typeface="Malgun Gothic" pitchFamily="34" charset="-122"/>
                <a:cs typeface="Malgun Gothic" pitchFamily="34" charset="-120"/>
              </a:rPr>
              <a:t>현행 특허법의 </a:t>
            </a:r>
            <a:r>
              <a:rPr lang="en-US" altLang="ko-KR" sz="1600" b="1">
                <a:solidFill>
                  <a:srgbClr val="14243A"/>
                </a:solidFill>
                <a:latin typeface="Malgun Gothic" pitchFamily="34" charset="0"/>
                <a:ea typeface="Malgun Gothic" pitchFamily="34" charset="-122"/>
                <a:cs typeface="Malgun Gothic" pitchFamily="34" charset="-120"/>
              </a:rPr>
              <a:t>‘</a:t>
            </a:r>
            <a:r>
              <a:rPr lang="ko-KR" altLang="en-US" sz="1600" b="1">
                <a:solidFill>
                  <a:srgbClr val="14243A"/>
                </a:solidFill>
                <a:latin typeface="Malgun Gothic" pitchFamily="34" charset="0"/>
                <a:ea typeface="Malgun Gothic" pitchFamily="34" charset="-122"/>
                <a:cs typeface="Malgun Gothic" pitchFamily="34" charset="-120"/>
              </a:rPr>
              <a:t>자연인 발명자 원칙</a:t>
            </a:r>
            <a:r>
              <a:rPr lang="en-US" altLang="ko-KR" sz="1600" b="1">
                <a:solidFill>
                  <a:srgbClr val="14243A"/>
                </a:solidFill>
                <a:latin typeface="Malgun Gothic" pitchFamily="34" charset="0"/>
                <a:ea typeface="Malgun Gothic" pitchFamily="34" charset="-122"/>
                <a:cs typeface="Malgun Gothic" pitchFamily="34" charset="-120"/>
              </a:rPr>
              <a:t>’</a:t>
            </a:r>
            <a:r>
              <a:rPr lang="ko-KR" altLang="en-US" sz="1600" b="1">
                <a:solidFill>
                  <a:srgbClr val="14243A"/>
                </a:solidFill>
                <a:latin typeface="Malgun Gothic" pitchFamily="34" charset="0"/>
                <a:ea typeface="Malgun Gothic" pitchFamily="34" charset="-122"/>
                <a:cs typeface="Malgun Gothic" pitchFamily="34" charset="-120"/>
              </a:rPr>
              <a:t>과 충돌</a:t>
            </a:r>
            <a:endParaRPr lang="en-US" sz="1600" dirty="0"/>
          </a:p>
        </p:txBody>
      </p:sp>
      <p:sp>
        <p:nvSpPr>
          <p:cNvPr id="21" name="Text 19"/>
          <p:cNvSpPr/>
          <p:nvPr/>
        </p:nvSpPr>
        <p:spPr>
          <a:xfrm>
            <a:off x="1609344" y="4233672"/>
            <a:ext cx="9464040" cy="201168"/>
          </a:xfrm>
          <a:prstGeom prst="rect">
            <a:avLst/>
          </a:prstGeom>
          <a:noFill/>
          <a:ln/>
        </p:spPr>
        <p:txBody>
          <a:bodyPr wrap="square" lIns="0" tIns="0" rIns="0" bIns="0" rtlCol="0" anchor="ctr">
            <a:normAutofit/>
          </a:bodyPr>
          <a:lstStyle/>
          <a:p>
            <a:pPr marL="0" indent="0">
              <a:buNone/>
            </a:pPr>
            <a:r>
              <a:rPr lang="ko-KR" altLang="en-US" sz="1200">
                <a:solidFill>
                  <a:srgbClr val="64748B"/>
                </a:solidFill>
                <a:latin typeface="Malgun Gothic" pitchFamily="34" charset="0"/>
                <a:ea typeface="Malgun Gothic" pitchFamily="34" charset="-122"/>
                <a:cs typeface="Malgun Gothic" pitchFamily="34" charset="-120"/>
              </a:rPr>
              <a:t>특허법 제</a:t>
            </a:r>
            <a:r>
              <a:rPr lang="en-US" altLang="ko-KR" sz="1200">
                <a:solidFill>
                  <a:srgbClr val="64748B"/>
                </a:solidFill>
                <a:latin typeface="Malgun Gothic" pitchFamily="34" charset="0"/>
                <a:ea typeface="Malgun Gothic" pitchFamily="34" charset="-122"/>
                <a:cs typeface="Malgun Gothic" pitchFamily="34" charset="-120"/>
              </a:rPr>
              <a:t>33</a:t>
            </a:r>
            <a:r>
              <a:rPr lang="ko-KR" altLang="en-US" sz="1200">
                <a:solidFill>
                  <a:srgbClr val="64748B"/>
                </a:solidFill>
                <a:latin typeface="Malgun Gothic" pitchFamily="34" charset="0"/>
                <a:ea typeface="Malgun Gothic" pitchFamily="34" charset="-122"/>
                <a:cs typeface="Malgun Gothic" pitchFamily="34" charset="-120"/>
              </a:rPr>
              <a:t>조 및 </a:t>
            </a:r>
            <a:r>
              <a:rPr lang="en-US" altLang="ko-KR" sz="1200">
                <a:solidFill>
                  <a:srgbClr val="64748B"/>
                </a:solidFill>
                <a:latin typeface="Malgun Gothic" pitchFamily="34" charset="0"/>
                <a:ea typeface="Malgun Gothic" pitchFamily="34" charset="-122"/>
                <a:cs typeface="Malgun Gothic" pitchFamily="34" charset="-120"/>
              </a:rPr>
              <a:t>DABUS </a:t>
            </a:r>
            <a:r>
              <a:rPr lang="ko-KR" altLang="en-US" sz="1200">
                <a:solidFill>
                  <a:srgbClr val="64748B"/>
                </a:solidFill>
                <a:latin typeface="Malgun Gothic" pitchFamily="34" charset="0"/>
                <a:ea typeface="Malgun Gothic" pitchFamily="34" charset="-122"/>
                <a:cs typeface="Malgun Gothic" pitchFamily="34" charset="-120"/>
              </a:rPr>
              <a:t>판례는</a:t>
            </a:r>
            <a:r>
              <a:rPr lang="en-US" altLang="ko-KR" sz="1200">
                <a:solidFill>
                  <a:srgbClr val="64748B"/>
                </a:solidFill>
                <a:latin typeface="Malgun Gothic" pitchFamily="34" charset="0"/>
                <a:ea typeface="Malgun Gothic" pitchFamily="34" charset="-122"/>
                <a:cs typeface="Malgun Gothic" pitchFamily="34" charset="-120"/>
              </a:rPr>
              <a:t> </a:t>
            </a:r>
            <a:r>
              <a:rPr lang="ko-KR" altLang="en-US" sz="1200">
                <a:solidFill>
                  <a:srgbClr val="64748B"/>
                </a:solidFill>
                <a:latin typeface="Malgun Gothic" pitchFamily="34" charset="0"/>
                <a:ea typeface="Malgun Gothic" pitchFamily="34" charset="-122"/>
                <a:cs typeface="Malgun Gothic" pitchFamily="34" charset="-120"/>
              </a:rPr>
              <a:t>발명자를 오직 자연인으로 한정하여 </a:t>
            </a:r>
            <a:r>
              <a:rPr lang="en-US" altLang="ko-KR" sz="1200">
                <a:solidFill>
                  <a:srgbClr val="64748B"/>
                </a:solidFill>
                <a:latin typeface="Malgun Gothic" pitchFamily="34" charset="0"/>
                <a:ea typeface="Malgun Gothic" pitchFamily="34" charset="-122"/>
                <a:cs typeface="Malgun Gothic" pitchFamily="34" charset="-120"/>
              </a:rPr>
              <a:t>AI</a:t>
            </a:r>
            <a:r>
              <a:rPr lang="ko-KR" altLang="en-US" sz="1200">
                <a:solidFill>
                  <a:srgbClr val="64748B"/>
                </a:solidFill>
                <a:latin typeface="Malgun Gothic" pitchFamily="34" charset="0"/>
                <a:ea typeface="Malgun Gothic" pitchFamily="34" charset="-122"/>
                <a:cs typeface="Malgun Gothic" pitchFamily="34" charset="-120"/>
              </a:rPr>
              <a:t>의 발명자 지위를 부정</a:t>
            </a:r>
            <a:endParaRPr lang="en-US" sz="1200" dirty="0"/>
          </a:p>
        </p:txBody>
      </p:sp>
      <p:sp>
        <p:nvSpPr>
          <p:cNvPr id="22" name="Shape 20"/>
          <p:cNvSpPr/>
          <p:nvPr/>
        </p:nvSpPr>
        <p:spPr>
          <a:xfrm>
            <a:off x="694944" y="4736592"/>
            <a:ext cx="10753344" cy="768096"/>
          </a:xfrm>
          <a:prstGeom prst="roundRect">
            <a:avLst>
              <a:gd name="adj" fmla="val 14286"/>
            </a:avLst>
          </a:prstGeom>
          <a:solidFill>
            <a:srgbClr val="FFFFFF"/>
          </a:solidFill>
          <a:ln w="12700">
            <a:solidFill>
              <a:srgbClr val="DDE5EC"/>
            </a:solidFill>
            <a:prstDash val="solid"/>
          </a:ln>
        </p:spPr>
        <p:txBody>
          <a:bodyPr/>
          <a:lstStyle/>
          <a:p>
            <a:endParaRPr lang="ko-KR" altLang="en-US"/>
          </a:p>
        </p:txBody>
      </p:sp>
      <p:sp>
        <p:nvSpPr>
          <p:cNvPr id="23" name="Shape 21"/>
          <p:cNvSpPr/>
          <p:nvPr/>
        </p:nvSpPr>
        <p:spPr>
          <a:xfrm>
            <a:off x="850392" y="4882896"/>
            <a:ext cx="530352" cy="448056"/>
          </a:xfrm>
          <a:prstGeom prst="roundRect">
            <a:avLst>
              <a:gd name="adj" fmla="val 18367"/>
            </a:avLst>
          </a:prstGeom>
          <a:solidFill>
            <a:srgbClr val="14243A"/>
          </a:solidFill>
          <a:ln w="12700">
            <a:solidFill>
              <a:srgbClr val="14243A"/>
            </a:solidFill>
            <a:prstDash val="solid"/>
          </a:ln>
        </p:spPr>
        <p:txBody>
          <a:bodyPr/>
          <a:lstStyle/>
          <a:p>
            <a:endParaRPr lang="ko-KR" altLang="en-US"/>
          </a:p>
        </p:txBody>
      </p:sp>
      <p:sp>
        <p:nvSpPr>
          <p:cNvPr id="24" name="Text 22"/>
          <p:cNvSpPr/>
          <p:nvPr/>
        </p:nvSpPr>
        <p:spPr>
          <a:xfrm>
            <a:off x="950976" y="4983480"/>
            <a:ext cx="320040" cy="173736"/>
          </a:xfrm>
          <a:prstGeom prst="rect">
            <a:avLst/>
          </a:prstGeom>
          <a:noFill/>
          <a:ln/>
        </p:spPr>
        <p:txBody>
          <a:bodyPr wrap="square" lIns="0" tIns="0" rIns="0" bIns="0" rtlCol="0" anchor="ctr">
            <a:normAutofit lnSpcReduction="10000"/>
          </a:bodyPr>
          <a:lstStyle/>
          <a:p>
            <a:pPr marL="0" indent="0" algn="ctr">
              <a:buNone/>
            </a:pPr>
            <a:r>
              <a:rPr lang="en-US" sz="1200" b="1" dirty="0">
                <a:solidFill>
                  <a:srgbClr val="FFFFFF"/>
                </a:solidFill>
                <a:latin typeface="Malgun Gothic" pitchFamily="34" charset="0"/>
                <a:ea typeface="Malgun Gothic" pitchFamily="34" charset="-122"/>
                <a:cs typeface="Malgun Gothic" pitchFamily="34" charset="-120"/>
              </a:rPr>
              <a:t>03</a:t>
            </a:r>
            <a:endParaRPr lang="en-US" sz="1200" dirty="0"/>
          </a:p>
        </p:txBody>
      </p:sp>
      <p:sp>
        <p:nvSpPr>
          <p:cNvPr id="25" name="Text 23"/>
          <p:cNvSpPr/>
          <p:nvPr/>
        </p:nvSpPr>
        <p:spPr>
          <a:xfrm>
            <a:off x="1609344" y="4855464"/>
            <a:ext cx="4206240" cy="246888"/>
          </a:xfrm>
          <a:prstGeom prst="rect">
            <a:avLst/>
          </a:prstGeom>
          <a:noFill/>
          <a:ln/>
        </p:spPr>
        <p:txBody>
          <a:bodyPr wrap="square" lIns="0" tIns="0" rIns="0" bIns="0" rtlCol="0" anchor="ctr">
            <a:normAutofit/>
          </a:bodyPr>
          <a:lstStyle/>
          <a:p>
            <a:pPr marL="0" indent="0">
              <a:buNone/>
            </a:pPr>
            <a:r>
              <a:rPr lang="ko-KR" altLang="en-US" sz="1600" b="1">
                <a:solidFill>
                  <a:srgbClr val="14243A"/>
                </a:solidFill>
                <a:latin typeface="Malgun Gothic" pitchFamily="34" charset="0"/>
                <a:ea typeface="Malgun Gothic" pitchFamily="34" charset="-122"/>
                <a:cs typeface="Malgun Gothic" pitchFamily="34" charset="-120"/>
              </a:rPr>
              <a:t>기술 유출 및 산업 발전 저해 위험</a:t>
            </a:r>
            <a:endParaRPr lang="en-US" sz="1600" dirty="0"/>
          </a:p>
        </p:txBody>
      </p:sp>
      <p:sp>
        <p:nvSpPr>
          <p:cNvPr id="26" name="Text 24"/>
          <p:cNvSpPr/>
          <p:nvPr/>
        </p:nvSpPr>
        <p:spPr>
          <a:xfrm>
            <a:off x="1609344" y="5148072"/>
            <a:ext cx="9464040" cy="201168"/>
          </a:xfrm>
          <a:prstGeom prst="rect">
            <a:avLst/>
          </a:prstGeom>
          <a:noFill/>
          <a:ln/>
        </p:spPr>
        <p:txBody>
          <a:bodyPr wrap="square" lIns="0" tIns="0" rIns="0" bIns="0" rtlCol="0" anchor="ctr">
            <a:normAutofit/>
          </a:bodyPr>
          <a:lstStyle/>
          <a:p>
            <a:pPr marL="0" indent="0">
              <a:buNone/>
            </a:pPr>
            <a:r>
              <a:rPr lang="ko-KR" altLang="en-US" sz="1200">
                <a:solidFill>
                  <a:srgbClr val="64748B"/>
                </a:solidFill>
                <a:latin typeface="Malgun Gothic" pitchFamily="34" charset="0"/>
                <a:ea typeface="Malgun Gothic" pitchFamily="34" charset="-122"/>
                <a:cs typeface="Malgun Gothic" pitchFamily="34" charset="-120"/>
              </a:rPr>
              <a:t>기업들이 기술을 영업비밀로 은닉하여 특허 제도의 본질 저해</a:t>
            </a:r>
            <a:endParaRPr lang="en-US" sz="1200" dirty="0"/>
          </a:p>
        </p:txBody>
      </p:sp>
      <p:sp>
        <p:nvSpPr>
          <p:cNvPr id="27" name="Shape 25"/>
          <p:cNvSpPr/>
          <p:nvPr/>
        </p:nvSpPr>
        <p:spPr>
          <a:xfrm>
            <a:off x="694944" y="5806440"/>
            <a:ext cx="10753344" cy="429768"/>
          </a:xfrm>
          <a:prstGeom prst="roundRect">
            <a:avLst>
              <a:gd name="adj" fmla="val 17021"/>
            </a:avLst>
          </a:prstGeom>
          <a:solidFill>
            <a:srgbClr val="E8F7F2"/>
          </a:solidFill>
          <a:ln w="12700">
            <a:solidFill>
              <a:srgbClr val="E8F7F2"/>
            </a:solidFill>
            <a:prstDash val="solid"/>
          </a:ln>
        </p:spPr>
        <p:txBody>
          <a:bodyPr/>
          <a:lstStyle/>
          <a:p>
            <a:endParaRPr lang="ko-KR" altLang="en-US"/>
          </a:p>
        </p:txBody>
      </p:sp>
      <p:sp>
        <p:nvSpPr>
          <p:cNvPr id="28" name="Text 26"/>
          <p:cNvSpPr/>
          <p:nvPr/>
        </p:nvSpPr>
        <p:spPr>
          <a:xfrm>
            <a:off x="932688" y="5888736"/>
            <a:ext cx="10241280" cy="246888"/>
          </a:xfrm>
          <a:prstGeom prst="rect">
            <a:avLst/>
          </a:prstGeom>
          <a:noFill/>
          <a:ln/>
        </p:spPr>
        <p:txBody>
          <a:bodyPr wrap="square" lIns="0" tIns="0" rIns="0" bIns="0" rtlCol="0" anchor="ctr">
            <a:normAutofit/>
          </a:bodyPr>
          <a:lstStyle/>
          <a:p>
            <a:pPr marL="0" indent="0">
              <a:buNone/>
            </a:pPr>
            <a:r>
              <a:rPr lang="en-US" sz="1400" b="1" dirty="0">
                <a:solidFill>
                  <a:srgbClr val="087968"/>
                </a:solidFill>
                <a:latin typeface="Malgun Gothic" pitchFamily="34" charset="0"/>
                <a:ea typeface="Malgun Gothic" pitchFamily="34" charset="-122"/>
                <a:cs typeface="Malgun Gothic" pitchFamily="34" charset="-120"/>
              </a:rPr>
              <a:t>핵심 문제의식  |  AI를 활용한 인간은 </a:t>
            </a:r>
            <a:r>
              <a:rPr lang="en-US" sz="1400" b="1">
                <a:solidFill>
                  <a:srgbClr val="087968"/>
                </a:solidFill>
                <a:latin typeface="Malgun Gothic" pitchFamily="34" charset="0"/>
                <a:ea typeface="Malgun Gothic" pitchFamily="34" charset="-122"/>
                <a:cs typeface="Malgun Gothic" pitchFamily="34" charset="-120"/>
              </a:rPr>
              <a:t>어떠한 </a:t>
            </a:r>
            <a:r>
              <a:rPr lang="ko-KR" altLang="en-US" sz="1400" b="1">
                <a:solidFill>
                  <a:srgbClr val="087968"/>
                </a:solidFill>
                <a:latin typeface="Malgun Gothic" pitchFamily="34" charset="0"/>
                <a:ea typeface="Malgun Gothic" pitchFamily="34" charset="-122"/>
                <a:cs typeface="Malgun Gothic" pitchFamily="34" charset="-120"/>
              </a:rPr>
              <a:t>실질적 </a:t>
            </a:r>
            <a:r>
              <a:rPr lang="en-US" sz="1400" b="1">
                <a:solidFill>
                  <a:srgbClr val="087968"/>
                </a:solidFill>
                <a:latin typeface="Malgun Gothic" pitchFamily="34" charset="0"/>
                <a:ea typeface="Malgun Gothic" pitchFamily="34" charset="-122"/>
                <a:cs typeface="Malgun Gothic" pitchFamily="34" charset="-120"/>
              </a:rPr>
              <a:t>기여를 </a:t>
            </a:r>
            <a:r>
              <a:rPr lang="en-US" sz="1400" b="1" dirty="0">
                <a:solidFill>
                  <a:srgbClr val="087968"/>
                </a:solidFill>
                <a:latin typeface="Malgun Gothic" pitchFamily="34" charset="0"/>
                <a:ea typeface="Malgun Gothic" pitchFamily="34" charset="-122"/>
                <a:cs typeface="Malgun Gothic" pitchFamily="34" charset="-120"/>
              </a:rPr>
              <a:t>해야 특허법상 발명자로 인정되는가?</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8FAFC"/>
          </a:solidFill>
          <a:ln w="12700">
            <a:solidFill>
              <a:srgbClr val="F8FAFC"/>
            </a:solidFill>
            <a:prstDash val="solid"/>
          </a:ln>
        </p:spPr>
        <p:txBody>
          <a:bodyPr/>
          <a:lstStyle/>
          <a:p>
            <a:endParaRPr lang="ko-KR" altLang="en-US"/>
          </a:p>
        </p:txBody>
      </p:sp>
      <p:sp>
        <p:nvSpPr>
          <p:cNvPr id="3" name="Shape 1"/>
          <p:cNvSpPr/>
          <p:nvPr/>
        </p:nvSpPr>
        <p:spPr>
          <a:xfrm>
            <a:off x="0" y="0"/>
            <a:ext cx="118872" cy="6858000"/>
          </a:xfrm>
          <a:prstGeom prst="rect">
            <a:avLst/>
          </a:prstGeom>
          <a:solidFill>
            <a:srgbClr val="15A58D"/>
          </a:solidFill>
          <a:ln w="12700">
            <a:solidFill>
              <a:srgbClr val="15A58D"/>
            </a:solidFill>
            <a:prstDash val="solid"/>
          </a:ln>
        </p:spPr>
        <p:txBody>
          <a:bodyPr/>
          <a:lstStyle/>
          <a:p>
            <a:endParaRPr lang="ko-KR" altLang="en-US"/>
          </a:p>
        </p:txBody>
      </p:sp>
      <p:sp>
        <p:nvSpPr>
          <p:cNvPr id="5" name="Text 3"/>
          <p:cNvSpPr/>
          <p:nvPr/>
        </p:nvSpPr>
        <p:spPr>
          <a:xfrm>
            <a:off x="640080" y="800608"/>
            <a:ext cx="10972800" cy="612648"/>
          </a:xfrm>
          <a:prstGeom prst="rect">
            <a:avLst/>
          </a:prstGeom>
          <a:noFill/>
          <a:ln/>
        </p:spPr>
        <p:txBody>
          <a:bodyPr wrap="square" lIns="0" tIns="0" rIns="0" bIns="0" rtlCol="0" anchor="ctr">
            <a:normAutofit/>
          </a:bodyPr>
          <a:lstStyle/>
          <a:p>
            <a:pPr marL="0" indent="0">
              <a:buNone/>
            </a:pPr>
            <a:r>
              <a:rPr lang="ko-KR" altLang="en-US" sz="2800" b="1">
                <a:solidFill>
                  <a:srgbClr val="14243A"/>
                </a:solidFill>
                <a:latin typeface="Malgun Gothic" pitchFamily="34" charset="0"/>
                <a:ea typeface="Malgun Gothic" pitchFamily="34" charset="-122"/>
                <a:cs typeface="Malgun Gothic" pitchFamily="34" charset="-120"/>
              </a:rPr>
              <a:t>연구질문 및 연구 수행계획</a:t>
            </a:r>
            <a:endParaRPr lang="en-US" sz="2800" dirty="0"/>
          </a:p>
        </p:txBody>
      </p:sp>
      <p:sp>
        <p:nvSpPr>
          <p:cNvPr id="7" name="Shape 5"/>
          <p:cNvSpPr/>
          <p:nvPr/>
        </p:nvSpPr>
        <p:spPr>
          <a:xfrm>
            <a:off x="640080" y="1454912"/>
            <a:ext cx="10917936" cy="16459"/>
          </a:xfrm>
          <a:prstGeom prst="rect">
            <a:avLst/>
          </a:prstGeom>
          <a:solidFill>
            <a:srgbClr val="DDE5EC"/>
          </a:solidFill>
          <a:ln w="12700">
            <a:solidFill>
              <a:srgbClr val="DDE5EC"/>
            </a:solidFill>
            <a:prstDash val="solid"/>
          </a:ln>
        </p:spPr>
        <p:txBody>
          <a:bodyPr/>
          <a:lstStyle/>
          <a:p>
            <a:endParaRPr lang="ko-KR" altLang="en-US"/>
          </a:p>
        </p:txBody>
      </p:sp>
      <p:sp>
        <p:nvSpPr>
          <p:cNvPr id="8" name="Text 6"/>
          <p:cNvSpPr/>
          <p:nvPr/>
        </p:nvSpPr>
        <p:spPr>
          <a:xfrm>
            <a:off x="640080" y="6483096"/>
            <a:ext cx="7315200" cy="173736"/>
          </a:xfrm>
          <a:prstGeom prst="rect">
            <a:avLst/>
          </a:prstGeom>
          <a:noFill/>
          <a:ln/>
        </p:spPr>
        <p:txBody>
          <a:bodyPr wrap="square" lIns="0" tIns="0" rIns="0" bIns="0" rtlCol="0" anchor="ctr">
            <a:normAutofit/>
          </a:bodyPr>
          <a:lstStyle/>
          <a:p>
            <a:pPr marL="0" indent="0">
              <a:buNone/>
            </a:pPr>
            <a:r>
              <a:rPr lang="en-US" sz="900" dirty="0">
                <a:solidFill>
                  <a:srgbClr val="64748B"/>
                </a:solidFill>
                <a:latin typeface="Malgun Gothic" pitchFamily="34" charset="0"/>
                <a:ea typeface="Malgun Gothic" pitchFamily="34" charset="-122"/>
                <a:cs typeface="Malgun Gothic" pitchFamily="34" charset="-120"/>
              </a:rPr>
              <a:t>건국대학교 공학대학원 </a:t>
            </a:r>
            <a:r>
              <a:rPr lang="en-US" sz="900">
                <a:solidFill>
                  <a:srgbClr val="64748B"/>
                </a:solidFill>
                <a:latin typeface="Malgun Gothic" pitchFamily="34" charset="0"/>
                <a:ea typeface="Malgun Gothic" pitchFamily="34" charset="-122"/>
                <a:cs typeface="Malgun Gothic" pitchFamily="34" charset="-120"/>
              </a:rPr>
              <a:t>· </a:t>
            </a:r>
            <a:r>
              <a:rPr lang="en-US" altLang="ko-KR" sz="900">
                <a:solidFill>
                  <a:srgbClr val="64748B"/>
                </a:solidFill>
                <a:latin typeface="Malgun Gothic" pitchFamily="34" charset="0"/>
                <a:ea typeface="Malgun Gothic" pitchFamily="34" charset="-122"/>
                <a:cs typeface="Malgun Gothic" pitchFamily="34" charset="-120"/>
              </a:rPr>
              <a:t>AI</a:t>
            </a:r>
            <a:r>
              <a:rPr lang="ko-KR" altLang="en-US" sz="900">
                <a:solidFill>
                  <a:srgbClr val="64748B"/>
                </a:solidFill>
                <a:latin typeface="Malgun Gothic" pitchFamily="34" charset="0"/>
                <a:ea typeface="Malgun Gothic" pitchFamily="34" charset="-122"/>
                <a:cs typeface="Malgun Gothic" pitchFamily="34" charset="-120"/>
              </a:rPr>
              <a:t>거버넌스기반의연구방법론</a:t>
            </a:r>
            <a:endParaRPr lang="en-US" sz="900" dirty="0"/>
          </a:p>
        </p:txBody>
      </p:sp>
      <p:sp>
        <p:nvSpPr>
          <p:cNvPr id="9" name="Text 7"/>
          <p:cNvSpPr/>
          <p:nvPr/>
        </p:nvSpPr>
        <p:spPr>
          <a:xfrm>
            <a:off x="10826496" y="6464808"/>
            <a:ext cx="731520" cy="182880"/>
          </a:xfrm>
          <a:prstGeom prst="rect">
            <a:avLst/>
          </a:prstGeom>
          <a:noFill/>
          <a:ln/>
        </p:spPr>
        <p:txBody>
          <a:bodyPr wrap="square" lIns="0" tIns="0" rIns="0" bIns="0" rtlCol="0" anchor="ctr">
            <a:normAutofit/>
          </a:bodyPr>
          <a:lstStyle/>
          <a:p>
            <a:pPr marL="0" indent="0" algn="r">
              <a:buNone/>
            </a:pPr>
            <a:r>
              <a:rPr lang="en-US" sz="1000">
                <a:solidFill>
                  <a:srgbClr val="64748B"/>
                </a:solidFill>
                <a:latin typeface="Malgun Gothic" pitchFamily="34" charset="0"/>
                <a:ea typeface="Malgun Gothic" pitchFamily="34" charset="-122"/>
                <a:cs typeface="Malgun Gothic" pitchFamily="34" charset="-120"/>
              </a:rPr>
              <a:t>2 / 2</a:t>
            </a:r>
            <a:endParaRPr lang="en-US" sz="1000" dirty="0"/>
          </a:p>
        </p:txBody>
      </p:sp>
      <p:sp>
        <p:nvSpPr>
          <p:cNvPr id="10" name="Shape 8"/>
          <p:cNvSpPr/>
          <p:nvPr/>
        </p:nvSpPr>
        <p:spPr>
          <a:xfrm>
            <a:off x="658368" y="2970784"/>
            <a:ext cx="1591056" cy="365760"/>
          </a:xfrm>
          <a:prstGeom prst="roundRect">
            <a:avLst>
              <a:gd name="adj" fmla="val 22500"/>
            </a:avLst>
          </a:prstGeom>
          <a:solidFill>
            <a:srgbClr val="E8F7F2"/>
          </a:solidFill>
          <a:ln w="12700">
            <a:solidFill>
              <a:srgbClr val="E8F7F2"/>
            </a:solidFill>
            <a:prstDash val="solid"/>
          </a:ln>
        </p:spPr>
        <p:txBody>
          <a:bodyPr/>
          <a:lstStyle/>
          <a:p>
            <a:endParaRPr lang="ko-KR" altLang="en-US"/>
          </a:p>
        </p:txBody>
      </p:sp>
      <p:sp>
        <p:nvSpPr>
          <p:cNvPr id="11" name="Text 9"/>
          <p:cNvSpPr/>
          <p:nvPr/>
        </p:nvSpPr>
        <p:spPr>
          <a:xfrm>
            <a:off x="768096" y="3025648"/>
            <a:ext cx="1408176" cy="256032"/>
          </a:xfrm>
          <a:prstGeom prst="rect">
            <a:avLst/>
          </a:prstGeom>
          <a:noFill/>
          <a:ln/>
        </p:spPr>
        <p:txBody>
          <a:bodyPr wrap="square" lIns="0" tIns="0" rIns="0" bIns="0" rtlCol="0" anchor="ctr">
            <a:normAutofit/>
          </a:bodyPr>
          <a:lstStyle/>
          <a:p>
            <a:pPr marL="0" indent="0" algn="ctr">
              <a:buNone/>
            </a:pPr>
            <a:r>
              <a:rPr lang="en-US" sz="1100" b="1" dirty="0">
                <a:solidFill>
                  <a:srgbClr val="087968"/>
                </a:solidFill>
                <a:latin typeface="Malgun Gothic" pitchFamily="34" charset="0"/>
                <a:ea typeface="Malgun Gothic" pitchFamily="34" charset="-122"/>
                <a:cs typeface="Malgun Gothic" pitchFamily="34" charset="-120"/>
              </a:rPr>
              <a:t>연구 수행계획</a:t>
            </a:r>
            <a:endParaRPr lang="en-US" sz="1100" dirty="0"/>
          </a:p>
        </p:txBody>
      </p:sp>
      <p:sp>
        <p:nvSpPr>
          <p:cNvPr id="12" name="Shape 10"/>
          <p:cNvSpPr/>
          <p:nvPr/>
        </p:nvSpPr>
        <p:spPr>
          <a:xfrm>
            <a:off x="694944" y="3445458"/>
            <a:ext cx="2551176" cy="1355141"/>
          </a:xfrm>
          <a:prstGeom prst="roundRect">
            <a:avLst>
              <a:gd name="adj" fmla="val 5660"/>
            </a:avLst>
          </a:prstGeom>
          <a:solidFill>
            <a:srgbClr val="FFFFFF"/>
          </a:solidFill>
          <a:ln w="12700">
            <a:solidFill>
              <a:srgbClr val="DDE5EC"/>
            </a:solidFill>
            <a:prstDash val="solid"/>
          </a:ln>
        </p:spPr>
        <p:txBody>
          <a:bodyPr/>
          <a:lstStyle/>
          <a:p>
            <a:endParaRPr lang="ko-KR" altLang="en-US"/>
          </a:p>
        </p:txBody>
      </p:sp>
      <p:sp>
        <p:nvSpPr>
          <p:cNvPr id="13" name="Shape 11"/>
          <p:cNvSpPr/>
          <p:nvPr/>
        </p:nvSpPr>
        <p:spPr>
          <a:xfrm>
            <a:off x="864108" y="3634232"/>
            <a:ext cx="393192" cy="393192"/>
          </a:xfrm>
          <a:prstGeom prst="roundRect">
            <a:avLst>
              <a:gd name="adj" fmla="val 18605"/>
            </a:avLst>
          </a:prstGeom>
          <a:solidFill>
            <a:srgbClr val="14243A"/>
          </a:solidFill>
          <a:ln w="12700">
            <a:solidFill>
              <a:srgbClr val="14243A"/>
            </a:solidFill>
            <a:prstDash val="solid"/>
          </a:ln>
        </p:spPr>
        <p:txBody>
          <a:bodyPr/>
          <a:lstStyle/>
          <a:p>
            <a:endParaRPr lang="ko-KR" altLang="en-US"/>
          </a:p>
        </p:txBody>
      </p:sp>
      <p:sp>
        <p:nvSpPr>
          <p:cNvPr id="14" name="Text 12"/>
          <p:cNvSpPr/>
          <p:nvPr/>
        </p:nvSpPr>
        <p:spPr>
          <a:xfrm>
            <a:off x="992124" y="3734816"/>
            <a:ext cx="137160" cy="155448"/>
          </a:xfrm>
          <a:prstGeom prst="rect">
            <a:avLst/>
          </a:prstGeom>
          <a:noFill/>
          <a:ln/>
        </p:spPr>
        <p:txBody>
          <a:bodyPr wrap="square" lIns="0" tIns="0" rIns="0" bIns="0" rtlCol="0" anchor="ctr">
            <a:normAutofit fontScale="92500" lnSpcReduction="10000"/>
          </a:bodyPr>
          <a:lstStyle/>
          <a:p>
            <a:pPr marL="0" indent="0" algn="ctr">
              <a:buNone/>
            </a:pPr>
            <a:r>
              <a:rPr lang="en-US" sz="1200" b="1" dirty="0">
                <a:solidFill>
                  <a:srgbClr val="FFFFFF"/>
                </a:solidFill>
                <a:latin typeface="Malgun Gothic" pitchFamily="34" charset="0"/>
                <a:ea typeface="Malgun Gothic" pitchFamily="34" charset="-122"/>
                <a:cs typeface="Malgun Gothic" pitchFamily="34" charset="-120"/>
              </a:rPr>
              <a:t>1</a:t>
            </a:r>
            <a:endParaRPr lang="en-US" sz="1200" dirty="0"/>
          </a:p>
        </p:txBody>
      </p:sp>
      <p:sp>
        <p:nvSpPr>
          <p:cNvPr id="15" name="Text 13"/>
          <p:cNvSpPr/>
          <p:nvPr/>
        </p:nvSpPr>
        <p:spPr>
          <a:xfrm>
            <a:off x="1385316" y="3621024"/>
            <a:ext cx="1687068" cy="438912"/>
          </a:xfrm>
          <a:prstGeom prst="rect">
            <a:avLst/>
          </a:prstGeom>
          <a:noFill/>
          <a:ln/>
        </p:spPr>
        <p:txBody>
          <a:bodyPr wrap="square" lIns="0" tIns="0" rIns="0" bIns="0" rtlCol="0" anchor="ctr">
            <a:normAutofit/>
          </a:bodyPr>
          <a:lstStyle/>
          <a:p>
            <a:pPr marL="0" indent="0">
              <a:buNone/>
            </a:pPr>
            <a:r>
              <a:rPr lang="en-US" sz="1700" b="1">
                <a:solidFill>
                  <a:srgbClr val="14243A"/>
                </a:solidFill>
                <a:latin typeface="Malgun Gothic" pitchFamily="34" charset="0"/>
                <a:ea typeface="Malgun Gothic" pitchFamily="34" charset="-122"/>
                <a:cs typeface="Malgun Gothic" pitchFamily="34" charset="-120"/>
              </a:rPr>
              <a:t>국내 </a:t>
            </a:r>
            <a:r>
              <a:rPr lang="ko-KR" altLang="en-US" sz="1700" b="1">
                <a:solidFill>
                  <a:srgbClr val="14243A"/>
                </a:solidFill>
                <a:latin typeface="Malgun Gothic" pitchFamily="34" charset="0"/>
                <a:ea typeface="Malgun Gothic" pitchFamily="34" charset="-122"/>
                <a:cs typeface="Malgun Gothic" pitchFamily="34" charset="-120"/>
              </a:rPr>
              <a:t>데이터</a:t>
            </a:r>
            <a:r>
              <a:rPr lang="en-US" sz="1700" b="1">
                <a:solidFill>
                  <a:srgbClr val="14243A"/>
                </a:solidFill>
                <a:latin typeface="Malgun Gothic" pitchFamily="34" charset="0"/>
                <a:ea typeface="Malgun Gothic" pitchFamily="34" charset="-122"/>
                <a:cs typeface="Malgun Gothic" pitchFamily="34" charset="-120"/>
              </a:rPr>
              <a:t> </a:t>
            </a:r>
            <a:r>
              <a:rPr lang="en-US" sz="1700" b="1" dirty="0">
                <a:solidFill>
                  <a:srgbClr val="14243A"/>
                </a:solidFill>
                <a:latin typeface="Malgun Gothic" pitchFamily="34" charset="0"/>
                <a:ea typeface="Malgun Gothic" pitchFamily="34" charset="-122"/>
                <a:cs typeface="Malgun Gothic" pitchFamily="34" charset="-120"/>
              </a:rPr>
              <a:t>검토</a:t>
            </a:r>
            <a:endParaRPr lang="en-US" sz="1700" dirty="0"/>
          </a:p>
        </p:txBody>
      </p:sp>
      <p:sp>
        <p:nvSpPr>
          <p:cNvPr id="16" name="Text 14"/>
          <p:cNvSpPr/>
          <p:nvPr/>
        </p:nvSpPr>
        <p:spPr>
          <a:xfrm>
            <a:off x="868680" y="4169664"/>
            <a:ext cx="2176272" cy="438912"/>
          </a:xfrm>
          <a:prstGeom prst="rect">
            <a:avLst/>
          </a:prstGeom>
          <a:noFill/>
          <a:ln/>
        </p:spPr>
        <p:txBody>
          <a:bodyPr wrap="square" lIns="0" tIns="0" rIns="0" bIns="0" rtlCol="0" anchor="t">
            <a:normAutofit/>
          </a:bodyPr>
          <a:lstStyle/>
          <a:p>
            <a:r>
              <a:rPr lang="ko-KR" altLang="en-US" sz="1140">
                <a:solidFill>
                  <a:srgbClr val="64748B"/>
                </a:solidFill>
                <a:latin typeface="Malgun Gothic" pitchFamily="34" charset="0"/>
                <a:ea typeface="Malgun Gothic" pitchFamily="34" charset="-122"/>
                <a:cs typeface="Malgun Gothic" pitchFamily="34" charset="-120"/>
              </a:rPr>
              <a:t>한국 특허청 행정처분</a:t>
            </a:r>
            <a:r>
              <a:rPr lang="en-US" altLang="ko-KR" sz="1140">
                <a:solidFill>
                  <a:srgbClr val="64748B"/>
                </a:solidFill>
                <a:latin typeface="Malgun Gothic" pitchFamily="34" charset="0"/>
                <a:ea typeface="Malgun Gothic" pitchFamily="34" charset="-122"/>
                <a:cs typeface="Malgun Gothic" pitchFamily="34" charset="-120"/>
              </a:rPr>
              <a:t> · </a:t>
            </a:r>
            <a:r>
              <a:rPr lang="ko-KR" altLang="en-US" sz="1140">
                <a:solidFill>
                  <a:srgbClr val="64748B"/>
                </a:solidFill>
                <a:latin typeface="Malgun Gothic" pitchFamily="34" charset="0"/>
                <a:ea typeface="Malgun Gothic" pitchFamily="34" charset="-122"/>
                <a:cs typeface="Malgun Gothic" pitchFamily="34" charset="-120"/>
              </a:rPr>
              <a:t>판례</a:t>
            </a:r>
            <a:endParaRPr lang="en-US" altLang="ko-KR" sz="1140">
              <a:solidFill>
                <a:srgbClr val="64748B"/>
              </a:solidFill>
              <a:latin typeface="Malgun Gothic" pitchFamily="34" charset="0"/>
              <a:ea typeface="Malgun Gothic" pitchFamily="34" charset="-122"/>
              <a:cs typeface="Malgun Gothic" pitchFamily="34" charset="-120"/>
            </a:endParaRPr>
          </a:p>
          <a:p>
            <a:r>
              <a:rPr lang="ko-KR" altLang="en-US" sz="1140">
                <a:solidFill>
                  <a:srgbClr val="64748B"/>
                </a:solidFill>
                <a:latin typeface="Malgun Gothic" pitchFamily="34" charset="0"/>
                <a:ea typeface="Malgun Gothic" pitchFamily="34" charset="-122"/>
                <a:cs typeface="Malgun Gothic" pitchFamily="34" charset="-120"/>
              </a:rPr>
              <a:t>국내 </a:t>
            </a:r>
            <a:r>
              <a:rPr lang="en-US" sz="1140">
                <a:solidFill>
                  <a:srgbClr val="64748B"/>
                </a:solidFill>
                <a:latin typeface="Malgun Gothic" pitchFamily="34" charset="0"/>
                <a:ea typeface="Malgun Gothic" pitchFamily="34" charset="-122"/>
                <a:cs typeface="Malgun Gothic" pitchFamily="34" charset="-120"/>
              </a:rPr>
              <a:t>DABUS </a:t>
            </a:r>
            <a:r>
              <a:rPr lang="en-US" sz="1140" dirty="0">
                <a:solidFill>
                  <a:srgbClr val="64748B"/>
                </a:solidFill>
                <a:latin typeface="Malgun Gothic" pitchFamily="34" charset="0"/>
                <a:ea typeface="Malgun Gothic" pitchFamily="34" charset="-122"/>
                <a:cs typeface="Malgun Gothic" pitchFamily="34" charset="-120"/>
              </a:rPr>
              <a:t>관련 판결</a:t>
            </a:r>
            <a:endParaRPr lang="en-US" sz="1140" dirty="0"/>
          </a:p>
        </p:txBody>
      </p:sp>
      <p:sp>
        <p:nvSpPr>
          <p:cNvPr id="17" name="Text 15"/>
          <p:cNvSpPr/>
          <p:nvPr/>
        </p:nvSpPr>
        <p:spPr>
          <a:xfrm>
            <a:off x="3255264" y="4009136"/>
            <a:ext cx="182880" cy="246888"/>
          </a:xfrm>
          <a:prstGeom prst="rect">
            <a:avLst/>
          </a:prstGeom>
          <a:noFill/>
          <a:ln/>
        </p:spPr>
        <p:txBody>
          <a:bodyPr wrap="square" lIns="0" tIns="0" rIns="0" bIns="0" rtlCol="0" anchor="ctr">
            <a:normAutofit lnSpcReduction="10000"/>
          </a:bodyPr>
          <a:lstStyle/>
          <a:p>
            <a:pPr marL="0" indent="0" algn="ctr">
              <a:buNone/>
            </a:pPr>
            <a:r>
              <a:rPr lang="en-US" sz="1800" b="1" dirty="0">
                <a:solidFill>
                  <a:srgbClr val="15A58D"/>
                </a:solidFill>
                <a:latin typeface="Malgun Gothic" pitchFamily="34" charset="0"/>
                <a:ea typeface="Malgun Gothic" pitchFamily="34" charset="-122"/>
                <a:cs typeface="Malgun Gothic" pitchFamily="34" charset="-120"/>
              </a:rPr>
              <a:t>→</a:t>
            </a:r>
            <a:endParaRPr lang="en-US" sz="1800" dirty="0"/>
          </a:p>
        </p:txBody>
      </p:sp>
      <p:sp>
        <p:nvSpPr>
          <p:cNvPr id="18" name="Shape 16"/>
          <p:cNvSpPr/>
          <p:nvPr/>
        </p:nvSpPr>
        <p:spPr>
          <a:xfrm>
            <a:off x="3438144" y="3445458"/>
            <a:ext cx="2551176" cy="1355141"/>
          </a:xfrm>
          <a:prstGeom prst="roundRect">
            <a:avLst>
              <a:gd name="adj" fmla="val 5660"/>
            </a:avLst>
          </a:prstGeom>
          <a:solidFill>
            <a:srgbClr val="FFFFFF"/>
          </a:solidFill>
          <a:ln w="12700">
            <a:solidFill>
              <a:srgbClr val="DDE5EC"/>
            </a:solidFill>
            <a:prstDash val="solid"/>
          </a:ln>
        </p:spPr>
        <p:txBody>
          <a:bodyPr/>
          <a:lstStyle/>
          <a:p>
            <a:endParaRPr lang="ko-KR" altLang="en-US"/>
          </a:p>
        </p:txBody>
      </p:sp>
      <p:sp>
        <p:nvSpPr>
          <p:cNvPr id="19" name="Shape 17"/>
          <p:cNvSpPr/>
          <p:nvPr/>
        </p:nvSpPr>
        <p:spPr>
          <a:xfrm>
            <a:off x="3591560" y="3634232"/>
            <a:ext cx="393192" cy="393192"/>
          </a:xfrm>
          <a:prstGeom prst="roundRect">
            <a:avLst>
              <a:gd name="adj" fmla="val 18605"/>
            </a:avLst>
          </a:prstGeom>
          <a:solidFill>
            <a:srgbClr val="14243A"/>
          </a:solidFill>
          <a:ln w="12700">
            <a:solidFill>
              <a:srgbClr val="14243A"/>
            </a:solidFill>
            <a:prstDash val="solid"/>
          </a:ln>
        </p:spPr>
        <p:txBody>
          <a:bodyPr/>
          <a:lstStyle/>
          <a:p>
            <a:endParaRPr lang="ko-KR" altLang="en-US"/>
          </a:p>
        </p:txBody>
      </p:sp>
      <p:sp>
        <p:nvSpPr>
          <p:cNvPr id="20" name="Text 18"/>
          <p:cNvSpPr/>
          <p:nvPr/>
        </p:nvSpPr>
        <p:spPr>
          <a:xfrm>
            <a:off x="3719576" y="3734816"/>
            <a:ext cx="137160" cy="155448"/>
          </a:xfrm>
          <a:prstGeom prst="rect">
            <a:avLst/>
          </a:prstGeom>
          <a:noFill/>
          <a:ln/>
        </p:spPr>
        <p:txBody>
          <a:bodyPr wrap="square" lIns="0" tIns="0" rIns="0" bIns="0" rtlCol="0" anchor="ctr">
            <a:normAutofit fontScale="92500" lnSpcReduction="10000"/>
          </a:bodyPr>
          <a:lstStyle/>
          <a:p>
            <a:pPr marL="0" indent="0" algn="ctr">
              <a:buNone/>
            </a:pPr>
            <a:r>
              <a:rPr lang="en-US" sz="1200" b="1" dirty="0">
                <a:solidFill>
                  <a:srgbClr val="FFFFFF"/>
                </a:solidFill>
                <a:latin typeface="Malgun Gothic" pitchFamily="34" charset="0"/>
                <a:ea typeface="Malgun Gothic" pitchFamily="34" charset="-122"/>
                <a:cs typeface="Malgun Gothic" pitchFamily="34" charset="-120"/>
              </a:rPr>
              <a:t>2</a:t>
            </a:r>
            <a:endParaRPr lang="en-US" sz="1200" dirty="0"/>
          </a:p>
        </p:txBody>
      </p:sp>
      <p:sp>
        <p:nvSpPr>
          <p:cNvPr id="21" name="Text 19"/>
          <p:cNvSpPr/>
          <p:nvPr/>
        </p:nvSpPr>
        <p:spPr>
          <a:xfrm>
            <a:off x="4138168" y="3621024"/>
            <a:ext cx="1766824" cy="438912"/>
          </a:xfrm>
          <a:prstGeom prst="rect">
            <a:avLst/>
          </a:prstGeom>
          <a:noFill/>
          <a:ln/>
        </p:spPr>
        <p:txBody>
          <a:bodyPr wrap="square" lIns="0" tIns="0" rIns="0" bIns="0" rtlCol="0" anchor="ctr">
            <a:normAutofit/>
          </a:bodyPr>
          <a:lstStyle/>
          <a:p>
            <a:pPr marL="0" indent="0">
              <a:buNone/>
            </a:pPr>
            <a:r>
              <a:rPr lang="en-US" sz="1600" b="1">
                <a:solidFill>
                  <a:srgbClr val="14243A"/>
                </a:solidFill>
                <a:latin typeface="Malgun Gothic" pitchFamily="34" charset="0"/>
                <a:ea typeface="Malgun Gothic" pitchFamily="34" charset="-122"/>
                <a:cs typeface="Malgun Gothic" pitchFamily="34" charset="-120"/>
              </a:rPr>
              <a:t>해외 </a:t>
            </a:r>
            <a:r>
              <a:rPr lang="ko-KR" altLang="en-US" sz="1600" b="1">
                <a:solidFill>
                  <a:srgbClr val="14243A"/>
                </a:solidFill>
                <a:latin typeface="Malgun Gothic" pitchFamily="34" charset="0"/>
                <a:ea typeface="Malgun Gothic" pitchFamily="34" charset="-122"/>
                <a:cs typeface="Malgun Gothic" pitchFamily="34" charset="-120"/>
              </a:rPr>
              <a:t>데이터 검토</a:t>
            </a:r>
            <a:endParaRPr lang="en-US" sz="1600" dirty="0"/>
          </a:p>
        </p:txBody>
      </p:sp>
      <p:sp>
        <p:nvSpPr>
          <p:cNvPr id="22" name="Text 20"/>
          <p:cNvSpPr/>
          <p:nvPr/>
        </p:nvSpPr>
        <p:spPr>
          <a:xfrm>
            <a:off x="3611880" y="4169664"/>
            <a:ext cx="2176272" cy="438912"/>
          </a:xfrm>
          <a:prstGeom prst="rect">
            <a:avLst/>
          </a:prstGeom>
          <a:noFill/>
          <a:ln/>
        </p:spPr>
        <p:txBody>
          <a:bodyPr wrap="square" lIns="0" tIns="0" rIns="0" bIns="0" rtlCol="0" anchor="t">
            <a:normAutofit fontScale="92500" lnSpcReduction="20000"/>
          </a:bodyPr>
          <a:lstStyle/>
          <a:p>
            <a:pPr marL="0" indent="0">
              <a:buNone/>
            </a:pPr>
            <a:r>
              <a:rPr lang="en-US" sz="1140" dirty="0">
                <a:solidFill>
                  <a:srgbClr val="64748B"/>
                </a:solidFill>
                <a:latin typeface="Malgun Gothic" pitchFamily="34" charset="0"/>
                <a:ea typeface="Malgun Gothic" pitchFamily="34" charset="-122"/>
                <a:cs typeface="Malgun Gothic" pitchFamily="34" charset="-120"/>
              </a:rPr>
              <a:t>미국 USPTO 지침 · </a:t>
            </a:r>
            <a:r>
              <a:rPr lang="en-US" sz="1140">
                <a:solidFill>
                  <a:srgbClr val="64748B"/>
                </a:solidFill>
                <a:latin typeface="Malgun Gothic" pitchFamily="34" charset="0"/>
                <a:ea typeface="Malgun Gothic" pitchFamily="34" charset="-122"/>
                <a:cs typeface="Malgun Gothic" pitchFamily="34" charset="-120"/>
              </a:rPr>
              <a:t>영국 CGW(Computer-Generated</a:t>
            </a:r>
            <a:r>
              <a:rPr lang="ko-KR" altLang="en-US" sz="1140">
                <a:solidFill>
                  <a:srgbClr val="64748B"/>
                </a:solidFill>
                <a:latin typeface="Malgun Gothic" pitchFamily="34" charset="0"/>
                <a:ea typeface="Malgun Gothic" pitchFamily="34" charset="-122"/>
                <a:cs typeface="Malgun Gothic" pitchFamily="34" charset="-120"/>
              </a:rPr>
              <a:t> </a:t>
            </a:r>
            <a:r>
              <a:rPr lang="en-US" altLang="ko-KR" sz="1140">
                <a:solidFill>
                  <a:srgbClr val="64748B"/>
                </a:solidFill>
                <a:latin typeface="Malgun Gothic" pitchFamily="34" charset="0"/>
                <a:ea typeface="Malgun Gothic" pitchFamily="34" charset="-122"/>
                <a:cs typeface="Malgun Gothic" pitchFamily="34" charset="-120"/>
              </a:rPr>
              <a:t>Works)</a:t>
            </a:r>
            <a:r>
              <a:rPr lang="en-US" sz="1140">
                <a:solidFill>
                  <a:srgbClr val="64748B"/>
                </a:solidFill>
                <a:latin typeface="Malgun Gothic" pitchFamily="34" charset="0"/>
                <a:ea typeface="Malgun Gothic" pitchFamily="34" charset="-122"/>
                <a:cs typeface="Malgun Gothic" pitchFamily="34" charset="-120"/>
              </a:rPr>
              <a:t> </a:t>
            </a:r>
            <a:r>
              <a:rPr lang="ko-KR" altLang="en-US" sz="1140">
                <a:solidFill>
                  <a:srgbClr val="64748B"/>
                </a:solidFill>
                <a:latin typeface="Malgun Gothic" pitchFamily="34" charset="0"/>
                <a:ea typeface="Malgun Gothic" pitchFamily="34" charset="-122"/>
                <a:cs typeface="Malgun Gothic" pitchFamily="34" charset="-120"/>
              </a:rPr>
              <a:t>규정</a:t>
            </a:r>
            <a:endParaRPr lang="en-US" sz="1140" dirty="0"/>
          </a:p>
        </p:txBody>
      </p:sp>
      <p:sp>
        <p:nvSpPr>
          <p:cNvPr id="23" name="Text 21"/>
          <p:cNvSpPr/>
          <p:nvPr/>
        </p:nvSpPr>
        <p:spPr>
          <a:xfrm>
            <a:off x="5998464" y="4009136"/>
            <a:ext cx="182880" cy="246888"/>
          </a:xfrm>
          <a:prstGeom prst="rect">
            <a:avLst/>
          </a:prstGeom>
          <a:noFill/>
          <a:ln/>
        </p:spPr>
        <p:txBody>
          <a:bodyPr wrap="square" lIns="0" tIns="0" rIns="0" bIns="0" rtlCol="0" anchor="ctr">
            <a:normAutofit lnSpcReduction="10000"/>
          </a:bodyPr>
          <a:lstStyle/>
          <a:p>
            <a:pPr marL="0" indent="0" algn="ctr">
              <a:buNone/>
            </a:pPr>
            <a:r>
              <a:rPr lang="en-US" sz="1800" b="1" dirty="0">
                <a:solidFill>
                  <a:srgbClr val="15A58D"/>
                </a:solidFill>
                <a:latin typeface="Malgun Gothic" pitchFamily="34" charset="0"/>
                <a:ea typeface="Malgun Gothic" pitchFamily="34" charset="-122"/>
                <a:cs typeface="Malgun Gothic" pitchFamily="34" charset="-120"/>
              </a:rPr>
              <a:t>→</a:t>
            </a:r>
            <a:endParaRPr lang="en-US" sz="1800" dirty="0"/>
          </a:p>
        </p:txBody>
      </p:sp>
      <p:sp>
        <p:nvSpPr>
          <p:cNvPr id="24" name="Shape 22"/>
          <p:cNvSpPr/>
          <p:nvPr/>
        </p:nvSpPr>
        <p:spPr>
          <a:xfrm>
            <a:off x="6181344" y="3445458"/>
            <a:ext cx="2551176" cy="1355141"/>
          </a:xfrm>
          <a:prstGeom prst="roundRect">
            <a:avLst>
              <a:gd name="adj" fmla="val 5660"/>
            </a:avLst>
          </a:prstGeom>
          <a:solidFill>
            <a:srgbClr val="FFFFFF"/>
          </a:solidFill>
          <a:ln w="12700">
            <a:solidFill>
              <a:srgbClr val="DDE5EC"/>
            </a:solidFill>
            <a:prstDash val="solid"/>
          </a:ln>
        </p:spPr>
        <p:txBody>
          <a:bodyPr/>
          <a:lstStyle/>
          <a:p>
            <a:endParaRPr lang="ko-KR" altLang="en-US"/>
          </a:p>
        </p:txBody>
      </p:sp>
      <p:sp>
        <p:nvSpPr>
          <p:cNvPr id="25" name="Shape 23"/>
          <p:cNvSpPr/>
          <p:nvPr/>
        </p:nvSpPr>
        <p:spPr>
          <a:xfrm>
            <a:off x="6355080" y="3614928"/>
            <a:ext cx="393192" cy="393192"/>
          </a:xfrm>
          <a:prstGeom prst="roundRect">
            <a:avLst>
              <a:gd name="adj" fmla="val 18605"/>
            </a:avLst>
          </a:prstGeom>
          <a:solidFill>
            <a:srgbClr val="14243A"/>
          </a:solidFill>
          <a:ln w="12700">
            <a:solidFill>
              <a:srgbClr val="14243A"/>
            </a:solidFill>
            <a:prstDash val="solid"/>
          </a:ln>
        </p:spPr>
        <p:txBody>
          <a:bodyPr/>
          <a:lstStyle/>
          <a:p>
            <a:endParaRPr lang="ko-KR" altLang="en-US"/>
          </a:p>
        </p:txBody>
      </p:sp>
      <p:sp>
        <p:nvSpPr>
          <p:cNvPr id="26" name="Text 24"/>
          <p:cNvSpPr/>
          <p:nvPr/>
        </p:nvSpPr>
        <p:spPr>
          <a:xfrm>
            <a:off x="6483096" y="3715512"/>
            <a:ext cx="137160" cy="155448"/>
          </a:xfrm>
          <a:prstGeom prst="rect">
            <a:avLst/>
          </a:prstGeom>
          <a:noFill/>
          <a:ln/>
        </p:spPr>
        <p:txBody>
          <a:bodyPr wrap="square" lIns="0" tIns="0" rIns="0" bIns="0" rtlCol="0" anchor="ctr">
            <a:normAutofit fontScale="92500" lnSpcReduction="10000"/>
          </a:bodyPr>
          <a:lstStyle/>
          <a:p>
            <a:pPr marL="0" indent="0" algn="ctr">
              <a:buNone/>
            </a:pPr>
            <a:r>
              <a:rPr lang="en-US" sz="1200" b="1" dirty="0">
                <a:solidFill>
                  <a:srgbClr val="FFFFFF"/>
                </a:solidFill>
                <a:latin typeface="Malgun Gothic" pitchFamily="34" charset="0"/>
                <a:ea typeface="Malgun Gothic" pitchFamily="34" charset="-122"/>
                <a:cs typeface="Malgun Gothic" pitchFamily="34" charset="-120"/>
              </a:rPr>
              <a:t>3</a:t>
            </a:r>
            <a:endParaRPr lang="en-US" sz="1200" dirty="0"/>
          </a:p>
        </p:txBody>
      </p:sp>
      <p:sp>
        <p:nvSpPr>
          <p:cNvPr id="27" name="Text 25"/>
          <p:cNvSpPr/>
          <p:nvPr/>
        </p:nvSpPr>
        <p:spPr>
          <a:xfrm>
            <a:off x="6876288" y="3621024"/>
            <a:ext cx="1682496" cy="438912"/>
          </a:xfrm>
          <a:prstGeom prst="rect">
            <a:avLst/>
          </a:prstGeom>
          <a:noFill/>
          <a:ln/>
        </p:spPr>
        <p:txBody>
          <a:bodyPr wrap="square" lIns="0" tIns="0" rIns="0" bIns="0" rtlCol="0" anchor="ctr">
            <a:normAutofit/>
          </a:bodyPr>
          <a:lstStyle/>
          <a:p>
            <a:pPr marL="0" indent="0">
              <a:buNone/>
            </a:pPr>
            <a:r>
              <a:rPr lang="en-US" sz="1700" b="1" dirty="0">
                <a:solidFill>
                  <a:srgbClr val="14243A"/>
                </a:solidFill>
                <a:latin typeface="Malgun Gothic" pitchFamily="34" charset="0"/>
                <a:ea typeface="Malgun Gothic" pitchFamily="34" charset="-122"/>
                <a:cs typeface="Malgun Gothic" pitchFamily="34" charset="-120"/>
              </a:rPr>
              <a:t>가상 사례 유형화</a:t>
            </a:r>
            <a:endParaRPr lang="en-US" sz="1700" dirty="0"/>
          </a:p>
        </p:txBody>
      </p:sp>
      <p:sp>
        <p:nvSpPr>
          <p:cNvPr id="28" name="Text 26"/>
          <p:cNvSpPr/>
          <p:nvPr/>
        </p:nvSpPr>
        <p:spPr>
          <a:xfrm>
            <a:off x="6355080" y="4169664"/>
            <a:ext cx="2176272" cy="438912"/>
          </a:xfrm>
          <a:prstGeom prst="rect">
            <a:avLst/>
          </a:prstGeom>
          <a:noFill/>
          <a:ln/>
        </p:spPr>
        <p:txBody>
          <a:bodyPr wrap="square" lIns="0" tIns="0" rIns="0" bIns="0" rtlCol="0" anchor="t">
            <a:normAutofit/>
          </a:bodyPr>
          <a:lstStyle/>
          <a:p>
            <a:pPr marL="0" indent="0">
              <a:buNone/>
            </a:pPr>
            <a:r>
              <a:rPr lang="en-US" sz="1140" dirty="0">
                <a:solidFill>
                  <a:srgbClr val="64748B"/>
                </a:solidFill>
                <a:latin typeface="Malgun Gothic" pitchFamily="34" charset="0"/>
                <a:ea typeface="Malgun Gothic" pitchFamily="34" charset="-122"/>
                <a:cs typeface="Malgun Gothic" pitchFamily="34" charset="-120"/>
              </a:rPr>
              <a:t>문제 제시형 · AI 제안형 · 인간 수정형</a:t>
            </a:r>
            <a:endParaRPr lang="en-US" sz="1140" dirty="0"/>
          </a:p>
        </p:txBody>
      </p:sp>
      <p:sp>
        <p:nvSpPr>
          <p:cNvPr id="29" name="Text 27"/>
          <p:cNvSpPr/>
          <p:nvPr/>
        </p:nvSpPr>
        <p:spPr>
          <a:xfrm>
            <a:off x="8741664" y="4009136"/>
            <a:ext cx="182880" cy="246888"/>
          </a:xfrm>
          <a:prstGeom prst="rect">
            <a:avLst/>
          </a:prstGeom>
          <a:noFill/>
          <a:ln/>
        </p:spPr>
        <p:txBody>
          <a:bodyPr wrap="square" lIns="0" tIns="0" rIns="0" bIns="0" rtlCol="0" anchor="ctr">
            <a:normAutofit lnSpcReduction="10000"/>
          </a:bodyPr>
          <a:lstStyle/>
          <a:p>
            <a:pPr marL="0" indent="0" algn="ctr">
              <a:buNone/>
            </a:pPr>
            <a:r>
              <a:rPr lang="en-US" sz="1800" b="1" dirty="0">
                <a:solidFill>
                  <a:srgbClr val="15A58D"/>
                </a:solidFill>
                <a:latin typeface="Malgun Gothic" pitchFamily="34" charset="0"/>
                <a:ea typeface="Malgun Gothic" pitchFamily="34" charset="-122"/>
                <a:cs typeface="Malgun Gothic" pitchFamily="34" charset="-120"/>
              </a:rPr>
              <a:t>→</a:t>
            </a:r>
            <a:endParaRPr lang="en-US" sz="1800" dirty="0"/>
          </a:p>
        </p:txBody>
      </p:sp>
      <p:sp>
        <p:nvSpPr>
          <p:cNvPr id="30" name="Shape 28"/>
          <p:cNvSpPr/>
          <p:nvPr/>
        </p:nvSpPr>
        <p:spPr>
          <a:xfrm>
            <a:off x="8924544" y="3445458"/>
            <a:ext cx="2551176" cy="1355141"/>
          </a:xfrm>
          <a:prstGeom prst="roundRect">
            <a:avLst>
              <a:gd name="adj" fmla="val 5660"/>
            </a:avLst>
          </a:prstGeom>
          <a:solidFill>
            <a:srgbClr val="FFFFFF"/>
          </a:solidFill>
          <a:ln w="12700">
            <a:solidFill>
              <a:srgbClr val="DDE5EC"/>
            </a:solidFill>
            <a:prstDash val="solid"/>
          </a:ln>
        </p:spPr>
        <p:txBody>
          <a:bodyPr/>
          <a:lstStyle/>
          <a:p>
            <a:endParaRPr lang="ko-KR" altLang="en-US"/>
          </a:p>
        </p:txBody>
      </p:sp>
      <p:sp>
        <p:nvSpPr>
          <p:cNvPr id="31" name="Shape 29"/>
          <p:cNvSpPr/>
          <p:nvPr/>
        </p:nvSpPr>
        <p:spPr>
          <a:xfrm>
            <a:off x="9057132" y="3614928"/>
            <a:ext cx="393192" cy="393192"/>
          </a:xfrm>
          <a:prstGeom prst="roundRect">
            <a:avLst>
              <a:gd name="adj" fmla="val 18605"/>
            </a:avLst>
          </a:prstGeom>
          <a:solidFill>
            <a:srgbClr val="14243A"/>
          </a:solidFill>
          <a:ln w="12700">
            <a:solidFill>
              <a:srgbClr val="14243A"/>
            </a:solidFill>
            <a:prstDash val="solid"/>
          </a:ln>
        </p:spPr>
        <p:txBody>
          <a:bodyPr/>
          <a:lstStyle/>
          <a:p>
            <a:endParaRPr lang="ko-KR" altLang="en-US"/>
          </a:p>
        </p:txBody>
      </p:sp>
      <p:sp>
        <p:nvSpPr>
          <p:cNvPr id="32" name="Text 30"/>
          <p:cNvSpPr/>
          <p:nvPr/>
        </p:nvSpPr>
        <p:spPr>
          <a:xfrm>
            <a:off x="9185148" y="3715512"/>
            <a:ext cx="137160" cy="155448"/>
          </a:xfrm>
          <a:prstGeom prst="rect">
            <a:avLst/>
          </a:prstGeom>
          <a:noFill/>
          <a:ln/>
        </p:spPr>
        <p:txBody>
          <a:bodyPr wrap="square" lIns="0" tIns="0" rIns="0" bIns="0" rtlCol="0" anchor="ctr">
            <a:normAutofit fontScale="92500" lnSpcReduction="10000"/>
          </a:bodyPr>
          <a:lstStyle/>
          <a:p>
            <a:pPr marL="0" indent="0" algn="ctr">
              <a:buNone/>
            </a:pPr>
            <a:r>
              <a:rPr lang="en-US" sz="1200" b="1" dirty="0">
                <a:solidFill>
                  <a:srgbClr val="FFFFFF"/>
                </a:solidFill>
                <a:latin typeface="Malgun Gothic" pitchFamily="34" charset="0"/>
                <a:ea typeface="Malgun Gothic" pitchFamily="34" charset="-122"/>
                <a:cs typeface="Malgun Gothic" pitchFamily="34" charset="-120"/>
              </a:rPr>
              <a:t>4</a:t>
            </a:r>
            <a:endParaRPr lang="en-US" sz="1200" dirty="0"/>
          </a:p>
        </p:txBody>
      </p:sp>
      <p:sp>
        <p:nvSpPr>
          <p:cNvPr id="33" name="Text 31"/>
          <p:cNvSpPr/>
          <p:nvPr/>
        </p:nvSpPr>
        <p:spPr>
          <a:xfrm>
            <a:off x="9642348" y="3621024"/>
            <a:ext cx="1659636" cy="438912"/>
          </a:xfrm>
          <a:prstGeom prst="rect">
            <a:avLst/>
          </a:prstGeom>
          <a:noFill/>
          <a:ln/>
        </p:spPr>
        <p:txBody>
          <a:bodyPr wrap="square" lIns="0" tIns="0" rIns="0" bIns="0" rtlCol="0" anchor="ctr">
            <a:normAutofit/>
          </a:bodyPr>
          <a:lstStyle/>
          <a:p>
            <a:pPr marL="0" indent="0">
              <a:buNone/>
            </a:pPr>
            <a:r>
              <a:rPr lang="en-US" sz="1700" b="1" dirty="0">
                <a:solidFill>
                  <a:srgbClr val="14243A"/>
                </a:solidFill>
                <a:latin typeface="Malgun Gothic" pitchFamily="34" charset="0"/>
                <a:ea typeface="Malgun Gothic" pitchFamily="34" charset="-122"/>
                <a:cs typeface="Malgun Gothic" pitchFamily="34" charset="-120"/>
              </a:rPr>
              <a:t>판단 요소 제안</a:t>
            </a:r>
            <a:endParaRPr lang="en-US" sz="1700" dirty="0"/>
          </a:p>
        </p:txBody>
      </p:sp>
      <p:sp>
        <p:nvSpPr>
          <p:cNvPr id="34" name="Text 32"/>
          <p:cNvSpPr/>
          <p:nvPr/>
        </p:nvSpPr>
        <p:spPr>
          <a:xfrm>
            <a:off x="9098280" y="4169664"/>
            <a:ext cx="2176272" cy="438912"/>
          </a:xfrm>
          <a:prstGeom prst="rect">
            <a:avLst/>
          </a:prstGeom>
          <a:noFill/>
          <a:ln/>
        </p:spPr>
        <p:txBody>
          <a:bodyPr wrap="square" lIns="0" tIns="0" rIns="0" bIns="0" rtlCol="0" anchor="t">
            <a:normAutofit/>
          </a:bodyPr>
          <a:lstStyle/>
          <a:p>
            <a:pPr marL="0" indent="0">
              <a:buNone/>
            </a:pPr>
            <a:r>
              <a:rPr lang="en-US" sz="1140" dirty="0">
                <a:solidFill>
                  <a:srgbClr val="64748B"/>
                </a:solidFill>
                <a:latin typeface="Malgun Gothic" pitchFamily="34" charset="0"/>
                <a:ea typeface="Malgun Gothic" pitchFamily="34" charset="-122"/>
                <a:cs typeface="Malgun Gothic" pitchFamily="34" charset="-120"/>
              </a:rPr>
              <a:t>기술적 창작 기여 · 청구항과의 관련성 · 기여 기록</a:t>
            </a:r>
            <a:endParaRPr lang="en-US" sz="1140" dirty="0"/>
          </a:p>
        </p:txBody>
      </p:sp>
      <p:sp>
        <p:nvSpPr>
          <p:cNvPr id="35" name="Shape 33"/>
          <p:cNvSpPr/>
          <p:nvPr/>
        </p:nvSpPr>
        <p:spPr>
          <a:xfrm>
            <a:off x="694944" y="5175504"/>
            <a:ext cx="10753344" cy="941832"/>
          </a:xfrm>
          <a:prstGeom prst="roundRect">
            <a:avLst>
              <a:gd name="adj" fmla="val 12621"/>
            </a:avLst>
          </a:prstGeom>
          <a:solidFill>
            <a:srgbClr val="E8F7F2"/>
          </a:solidFill>
          <a:ln w="12700">
            <a:solidFill>
              <a:srgbClr val="E8F7F2"/>
            </a:solidFill>
            <a:prstDash val="solid"/>
          </a:ln>
        </p:spPr>
        <p:txBody>
          <a:bodyPr/>
          <a:lstStyle/>
          <a:p>
            <a:endParaRPr lang="ko-KR" altLang="en-US"/>
          </a:p>
        </p:txBody>
      </p:sp>
      <p:sp>
        <p:nvSpPr>
          <p:cNvPr id="36" name="Text 34"/>
          <p:cNvSpPr/>
          <p:nvPr/>
        </p:nvSpPr>
        <p:spPr>
          <a:xfrm>
            <a:off x="950976" y="5349240"/>
            <a:ext cx="1463040" cy="246888"/>
          </a:xfrm>
          <a:prstGeom prst="rect">
            <a:avLst/>
          </a:prstGeom>
          <a:noFill/>
          <a:ln/>
        </p:spPr>
        <p:txBody>
          <a:bodyPr wrap="square" lIns="0" tIns="0" rIns="0" bIns="0" rtlCol="0" anchor="ctr">
            <a:normAutofit/>
          </a:bodyPr>
          <a:lstStyle/>
          <a:p>
            <a:pPr marL="0" indent="0">
              <a:buNone/>
            </a:pPr>
            <a:r>
              <a:rPr lang="en-US" sz="1400" b="1" dirty="0">
                <a:solidFill>
                  <a:srgbClr val="087968"/>
                </a:solidFill>
                <a:latin typeface="Malgun Gothic" pitchFamily="34" charset="0"/>
                <a:ea typeface="Malgun Gothic" pitchFamily="34" charset="-122"/>
                <a:cs typeface="Malgun Gothic" pitchFamily="34" charset="-120"/>
              </a:rPr>
              <a:t>기대효과</a:t>
            </a:r>
            <a:endParaRPr lang="en-US" sz="1400" dirty="0"/>
          </a:p>
        </p:txBody>
      </p:sp>
      <p:sp>
        <p:nvSpPr>
          <p:cNvPr id="37" name="Text 35"/>
          <p:cNvSpPr/>
          <p:nvPr/>
        </p:nvSpPr>
        <p:spPr>
          <a:xfrm>
            <a:off x="2267712" y="5331504"/>
            <a:ext cx="8869680" cy="603504"/>
          </a:xfrm>
          <a:prstGeom prst="rect">
            <a:avLst/>
          </a:prstGeom>
          <a:noFill/>
          <a:ln/>
        </p:spPr>
        <p:txBody>
          <a:bodyPr wrap="square" lIns="0" tIns="0" rIns="0" bIns="0" rtlCol="0" anchor="ctr">
            <a:normAutofit/>
          </a:bodyPr>
          <a:lstStyle/>
          <a:p>
            <a:r>
              <a:rPr lang="en-US" altLang="ko-KR" sz="1500" b="1">
                <a:solidFill>
                  <a:srgbClr val="14243A"/>
                </a:solidFill>
                <a:latin typeface="Malgun Gothic" pitchFamily="34" charset="0"/>
                <a:ea typeface="Malgun Gothic" pitchFamily="34" charset="-122"/>
                <a:cs typeface="Malgun Gothic" pitchFamily="34" charset="-120"/>
              </a:rPr>
              <a:t>- </a:t>
            </a:r>
            <a:r>
              <a:rPr lang="ko-KR" altLang="en-US" sz="1500" b="1">
                <a:solidFill>
                  <a:srgbClr val="14243A"/>
                </a:solidFill>
                <a:latin typeface="Malgun Gothic" pitchFamily="34" charset="0"/>
                <a:ea typeface="Malgun Gothic" pitchFamily="34" charset="-122"/>
                <a:cs typeface="Malgun Gothic" pitchFamily="34" charset="-120"/>
              </a:rPr>
              <a:t>특허 실무적 관점</a:t>
            </a:r>
            <a:r>
              <a:rPr lang="en-US" altLang="ko-KR" sz="1500" b="1">
                <a:solidFill>
                  <a:srgbClr val="14243A"/>
                </a:solidFill>
                <a:latin typeface="Malgun Gothic" pitchFamily="34" charset="0"/>
                <a:ea typeface="Malgun Gothic" pitchFamily="34" charset="-122"/>
                <a:cs typeface="Malgun Gothic" pitchFamily="34" charset="-120"/>
              </a:rPr>
              <a:t>: AI </a:t>
            </a:r>
            <a:r>
              <a:rPr lang="ko-KR" altLang="en-US" sz="1500" b="1">
                <a:solidFill>
                  <a:srgbClr val="14243A"/>
                </a:solidFill>
                <a:latin typeface="Malgun Gothic" pitchFamily="34" charset="0"/>
                <a:ea typeface="Malgun Gothic" pitchFamily="34" charset="-122"/>
                <a:cs typeface="Malgun Gothic" pitchFamily="34" charset="-120"/>
              </a:rPr>
              <a:t>융합 기술 출원 시 변리사 및 기업 출원인에게 명확한 가이드라인 제공</a:t>
            </a:r>
            <a:endParaRPr lang="en-US" sz="1500" dirty="0"/>
          </a:p>
          <a:p>
            <a:r>
              <a:rPr lang="en-US" sz="1500" b="1">
                <a:solidFill>
                  <a:srgbClr val="14243A"/>
                </a:solidFill>
                <a:latin typeface="Malgun Gothic" pitchFamily="34" charset="0"/>
                <a:ea typeface="Malgun Gothic" pitchFamily="34" charset="-122"/>
                <a:cs typeface="Malgun Gothic" pitchFamily="34" charset="-120"/>
              </a:rPr>
              <a:t>- </a:t>
            </a:r>
            <a:r>
              <a:rPr lang="ko-KR" altLang="en-US" sz="1500" b="1">
                <a:solidFill>
                  <a:srgbClr val="14243A"/>
                </a:solidFill>
                <a:latin typeface="Malgun Gothic" pitchFamily="34" charset="0"/>
                <a:ea typeface="Malgun Gothic" pitchFamily="34" charset="-122"/>
                <a:cs typeface="Malgun Gothic" pitchFamily="34" charset="-120"/>
              </a:rPr>
              <a:t>정책</a:t>
            </a:r>
            <a:r>
              <a:rPr lang="en-US" altLang="ko-KR" sz="1500" b="1">
                <a:solidFill>
                  <a:srgbClr val="14243A"/>
                </a:solidFill>
                <a:latin typeface="Malgun Gothic" pitchFamily="34" charset="0"/>
                <a:ea typeface="Malgun Gothic" pitchFamily="34" charset="-122"/>
                <a:cs typeface="Malgun Gothic" pitchFamily="34" charset="-120"/>
              </a:rPr>
              <a:t>·</a:t>
            </a:r>
            <a:r>
              <a:rPr lang="ko-KR" altLang="en-US" sz="1500" b="1">
                <a:solidFill>
                  <a:srgbClr val="14243A"/>
                </a:solidFill>
                <a:latin typeface="Malgun Gothic" pitchFamily="34" charset="0"/>
                <a:ea typeface="Malgun Gothic" pitchFamily="34" charset="-122"/>
                <a:cs typeface="Malgun Gothic" pitchFamily="34" charset="-120"/>
              </a:rPr>
              <a:t>제도적 관점</a:t>
            </a:r>
            <a:r>
              <a:rPr lang="en-US" altLang="ko-KR" sz="1500" b="1">
                <a:solidFill>
                  <a:srgbClr val="14243A"/>
                </a:solidFill>
                <a:latin typeface="Malgun Gothic" pitchFamily="34" charset="0"/>
                <a:ea typeface="Malgun Gothic" pitchFamily="34" charset="-122"/>
                <a:cs typeface="Malgun Gothic" pitchFamily="34" charset="-120"/>
              </a:rPr>
              <a:t>: </a:t>
            </a:r>
            <a:r>
              <a:rPr lang="ko-KR" altLang="en-US" sz="1500" b="1">
                <a:solidFill>
                  <a:srgbClr val="14243A"/>
                </a:solidFill>
                <a:latin typeface="Malgun Gothic" pitchFamily="34" charset="0"/>
                <a:ea typeface="Malgun Gothic" pitchFamily="34" charset="-122"/>
                <a:cs typeface="Malgun Gothic" pitchFamily="34" charset="-120"/>
              </a:rPr>
              <a:t>향후 한국 특허청의 </a:t>
            </a:r>
            <a:r>
              <a:rPr lang="en-US" altLang="ko-KR" sz="1500" b="1">
                <a:solidFill>
                  <a:srgbClr val="14243A"/>
                </a:solidFill>
                <a:latin typeface="Malgun Gothic" pitchFamily="34" charset="0"/>
                <a:ea typeface="Malgun Gothic" pitchFamily="34" charset="-122"/>
                <a:cs typeface="Malgun Gothic" pitchFamily="34" charset="-120"/>
              </a:rPr>
              <a:t>‘AI </a:t>
            </a:r>
            <a:r>
              <a:rPr lang="ko-KR" altLang="en-US" sz="1500" b="1">
                <a:solidFill>
                  <a:srgbClr val="14243A"/>
                </a:solidFill>
                <a:latin typeface="Malgun Gothic" pitchFamily="34" charset="0"/>
                <a:ea typeface="Malgun Gothic" pitchFamily="34" charset="-122"/>
                <a:cs typeface="Malgun Gothic" pitchFamily="34" charset="-120"/>
              </a:rPr>
              <a:t>관련 특허 심사지침</a:t>
            </a:r>
            <a:r>
              <a:rPr lang="en-US" altLang="ko-KR" sz="1500" b="1">
                <a:solidFill>
                  <a:srgbClr val="14243A"/>
                </a:solidFill>
                <a:latin typeface="Malgun Gothic" pitchFamily="34" charset="0"/>
                <a:ea typeface="Malgun Gothic" pitchFamily="34" charset="-122"/>
                <a:cs typeface="Malgun Gothic" pitchFamily="34" charset="-120"/>
              </a:rPr>
              <a:t>‘ </a:t>
            </a:r>
            <a:r>
              <a:rPr lang="ko-KR" altLang="en-US" sz="1500" b="1">
                <a:solidFill>
                  <a:srgbClr val="14243A"/>
                </a:solidFill>
                <a:latin typeface="Malgun Gothic" pitchFamily="34" charset="0"/>
                <a:ea typeface="Malgun Gothic" pitchFamily="34" charset="-122"/>
                <a:cs typeface="Malgun Gothic" pitchFamily="34" charset="-120"/>
              </a:rPr>
              <a:t>제</a:t>
            </a:r>
            <a:r>
              <a:rPr lang="en-US" altLang="ko-KR" sz="1500" b="1">
                <a:solidFill>
                  <a:srgbClr val="14243A"/>
                </a:solidFill>
                <a:latin typeface="Malgun Gothic" pitchFamily="34" charset="0"/>
                <a:ea typeface="Malgun Gothic" pitchFamily="34" charset="-122"/>
                <a:cs typeface="Malgun Gothic" pitchFamily="34" charset="-120"/>
              </a:rPr>
              <a:t>·</a:t>
            </a:r>
            <a:r>
              <a:rPr lang="ko-KR" altLang="en-US" sz="1500" b="1">
                <a:solidFill>
                  <a:srgbClr val="14243A"/>
                </a:solidFill>
                <a:latin typeface="Malgun Gothic" pitchFamily="34" charset="0"/>
                <a:ea typeface="Malgun Gothic" pitchFamily="34" charset="-122"/>
                <a:cs typeface="Malgun Gothic" pitchFamily="34" charset="-120"/>
              </a:rPr>
              <a:t>개정 시 법리적 기초 자료로 활용</a:t>
            </a:r>
            <a:endParaRPr lang="en-US" sz="1500" dirty="0"/>
          </a:p>
        </p:txBody>
      </p:sp>
      <p:sp>
        <p:nvSpPr>
          <p:cNvPr id="39" name="Text 2">
            <a:extLst>
              <a:ext uri="{FF2B5EF4-FFF2-40B4-BE49-F238E27FC236}">
                <a16:creationId xmlns:a16="http://schemas.microsoft.com/office/drawing/2014/main" id="{5C1C8DE4-BBE8-37F3-1012-EFECB327FC73}"/>
              </a:ext>
            </a:extLst>
          </p:cNvPr>
          <p:cNvSpPr/>
          <p:nvPr/>
        </p:nvSpPr>
        <p:spPr>
          <a:xfrm>
            <a:off x="640080" y="347472"/>
            <a:ext cx="7498080" cy="246888"/>
          </a:xfrm>
          <a:prstGeom prst="rect">
            <a:avLst/>
          </a:prstGeom>
          <a:noFill/>
          <a:ln/>
        </p:spPr>
        <p:txBody>
          <a:bodyPr wrap="square" lIns="0" tIns="0" rIns="0" bIns="0" rtlCol="0" anchor="ctr">
            <a:normAutofit/>
          </a:bodyPr>
          <a:lstStyle/>
          <a:p>
            <a:pPr marL="0" indent="0">
              <a:buNone/>
            </a:pPr>
            <a:r>
              <a:rPr lang="ko-KR" altLang="en-US" sz="1000" b="1" kern="0" spc="140">
                <a:solidFill>
                  <a:srgbClr val="15A58D"/>
                </a:solidFill>
                <a:latin typeface="Malgun Gothic" pitchFamily="34" charset="0"/>
                <a:ea typeface="Malgun Gothic" pitchFamily="34" charset="-122"/>
                <a:cs typeface="Malgun Gothic" pitchFamily="34" charset="-120"/>
              </a:rPr>
              <a:t>인공지능전공 </a:t>
            </a:r>
            <a:r>
              <a:rPr lang="en-US" altLang="ko-KR" sz="1000" b="1" kern="0" spc="140">
                <a:solidFill>
                  <a:srgbClr val="15A58D"/>
                </a:solidFill>
                <a:latin typeface="Malgun Gothic" pitchFamily="34" charset="0"/>
                <a:ea typeface="Malgun Gothic" pitchFamily="34" charset="-122"/>
                <a:cs typeface="Malgun Gothic" pitchFamily="34" charset="-120"/>
              </a:rPr>
              <a:t>202676374 </a:t>
            </a:r>
            <a:r>
              <a:rPr lang="ko-KR" altLang="en-US" sz="1000" b="1" kern="0" spc="140">
                <a:solidFill>
                  <a:srgbClr val="15A58D"/>
                </a:solidFill>
                <a:latin typeface="Malgun Gothic" pitchFamily="34" charset="0"/>
                <a:ea typeface="Malgun Gothic" pitchFamily="34" charset="-122"/>
                <a:cs typeface="Malgun Gothic" pitchFamily="34" charset="-120"/>
              </a:rPr>
              <a:t>최서영</a:t>
            </a:r>
            <a:endParaRPr lang="en-US" sz="1000" dirty="0"/>
          </a:p>
        </p:txBody>
      </p:sp>
      <p:sp>
        <p:nvSpPr>
          <p:cNvPr id="43" name="Shape 8">
            <a:extLst>
              <a:ext uri="{FF2B5EF4-FFF2-40B4-BE49-F238E27FC236}">
                <a16:creationId xmlns:a16="http://schemas.microsoft.com/office/drawing/2014/main" id="{726BD6C9-CFB6-B4CF-9EEB-5673BF6D3626}"/>
              </a:ext>
            </a:extLst>
          </p:cNvPr>
          <p:cNvSpPr/>
          <p:nvPr/>
        </p:nvSpPr>
        <p:spPr>
          <a:xfrm>
            <a:off x="640080" y="1599184"/>
            <a:ext cx="1591056" cy="365760"/>
          </a:xfrm>
          <a:prstGeom prst="roundRect">
            <a:avLst>
              <a:gd name="adj" fmla="val 22500"/>
            </a:avLst>
          </a:prstGeom>
          <a:solidFill>
            <a:srgbClr val="E8F7F2"/>
          </a:solidFill>
          <a:ln w="12700">
            <a:solidFill>
              <a:srgbClr val="E8F7F2"/>
            </a:solidFill>
            <a:prstDash val="solid"/>
          </a:ln>
        </p:spPr>
        <p:txBody>
          <a:bodyPr/>
          <a:lstStyle/>
          <a:p>
            <a:endParaRPr lang="ko-KR" altLang="en-US"/>
          </a:p>
        </p:txBody>
      </p:sp>
      <p:sp>
        <p:nvSpPr>
          <p:cNvPr id="45" name="Text 9">
            <a:extLst>
              <a:ext uri="{FF2B5EF4-FFF2-40B4-BE49-F238E27FC236}">
                <a16:creationId xmlns:a16="http://schemas.microsoft.com/office/drawing/2014/main" id="{1D3A28BF-4198-005D-F9E4-7C716CE659BA}"/>
              </a:ext>
            </a:extLst>
          </p:cNvPr>
          <p:cNvSpPr/>
          <p:nvPr/>
        </p:nvSpPr>
        <p:spPr>
          <a:xfrm>
            <a:off x="749808" y="1654048"/>
            <a:ext cx="1408176" cy="256032"/>
          </a:xfrm>
          <a:prstGeom prst="rect">
            <a:avLst/>
          </a:prstGeom>
          <a:noFill/>
          <a:ln/>
        </p:spPr>
        <p:txBody>
          <a:bodyPr wrap="square" lIns="0" tIns="0" rIns="0" bIns="0" rtlCol="0" anchor="ctr">
            <a:normAutofit/>
          </a:bodyPr>
          <a:lstStyle/>
          <a:p>
            <a:pPr marL="0" indent="0" algn="ctr">
              <a:buNone/>
            </a:pPr>
            <a:r>
              <a:rPr lang="en-US" sz="1100" b="1">
                <a:solidFill>
                  <a:srgbClr val="087968"/>
                </a:solidFill>
                <a:latin typeface="Malgun Gothic" pitchFamily="34" charset="0"/>
                <a:ea typeface="Malgun Gothic" pitchFamily="34" charset="-122"/>
                <a:cs typeface="Malgun Gothic" pitchFamily="34" charset="-120"/>
              </a:rPr>
              <a:t>연구</a:t>
            </a:r>
            <a:r>
              <a:rPr lang="ko-KR" altLang="en-US" sz="1100" b="1">
                <a:solidFill>
                  <a:srgbClr val="087968"/>
                </a:solidFill>
                <a:latin typeface="Malgun Gothic" pitchFamily="34" charset="0"/>
                <a:ea typeface="Malgun Gothic" pitchFamily="34" charset="-122"/>
                <a:cs typeface="Malgun Gothic" pitchFamily="34" charset="-120"/>
              </a:rPr>
              <a:t>질문</a:t>
            </a:r>
            <a:endParaRPr lang="en-US" sz="1100" dirty="0"/>
          </a:p>
        </p:txBody>
      </p:sp>
      <p:sp>
        <p:nvSpPr>
          <p:cNvPr id="47" name="Shape 10">
            <a:extLst>
              <a:ext uri="{FF2B5EF4-FFF2-40B4-BE49-F238E27FC236}">
                <a16:creationId xmlns:a16="http://schemas.microsoft.com/office/drawing/2014/main" id="{525C8B09-21A8-27C3-ABC8-8635705DD9E4}"/>
              </a:ext>
            </a:extLst>
          </p:cNvPr>
          <p:cNvSpPr/>
          <p:nvPr/>
        </p:nvSpPr>
        <p:spPr>
          <a:xfrm>
            <a:off x="2340864" y="1576832"/>
            <a:ext cx="9211056" cy="502920"/>
          </a:xfrm>
          <a:prstGeom prst="roundRect">
            <a:avLst>
              <a:gd name="adj" fmla="val 14286"/>
            </a:avLst>
          </a:prstGeom>
          <a:solidFill>
            <a:srgbClr val="FFFFFF"/>
          </a:solidFill>
          <a:ln w="12700">
            <a:solidFill>
              <a:srgbClr val="DDE5EC"/>
            </a:solidFill>
            <a:prstDash val="solid"/>
          </a:ln>
        </p:spPr>
        <p:txBody>
          <a:bodyPr/>
          <a:lstStyle/>
          <a:p>
            <a:endParaRPr lang="ko-KR" altLang="en-US"/>
          </a:p>
        </p:txBody>
      </p:sp>
      <p:sp>
        <p:nvSpPr>
          <p:cNvPr id="49" name="Shape 11">
            <a:extLst>
              <a:ext uri="{FF2B5EF4-FFF2-40B4-BE49-F238E27FC236}">
                <a16:creationId xmlns:a16="http://schemas.microsoft.com/office/drawing/2014/main" id="{BDEF7901-6AA9-CC40-B59A-5F927CCED4F2}"/>
              </a:ext>
            </a:extLst>
          </p:cNvPr>
          <p:cNvSpPr/>
          <p:nvPr/>
        </p:nvSpPr>
        <p:spPr>
          <a:xfrm>
            <a:off x="2475992" y="1682496"/>
            <a:ext cx="348488" cy="281025"/>
          </a:xfrm>
          <a:prstGeom prst="roundRect">
            <a:avLst>
              <a:gd name="adj" fmla="val 18367"/>
            </a:avLst>
          </a:prstGeom>
          <a:solidFill>
            <a:srgbClr val="14243A"/>
          </a:solidFill>
          <a:ln w="12700">
            <a:solidFill>
              <a:srgbClr val="14243A"/>
            </a:solidFill>
            <a:prstDash val="solid"/>
          </a:ln>
        </p:spPr>
        <p:txBody>
          <a:bodyPr/>
          <a:lstStyle/>
          <a:p>
            <a:endParaRPr lang="ko-KR" altLang="en-US"/>
          </a:p>
        </p:txBody>
      </p:sp>
      <p:sp>
        <p:nvSpPr>
          <p:cNvPr id="51" name="Text 12">
            <a:extLst>
              <a:ext uri="{FF2B5EF4-FFF2-40B4-BE49-F238E27FC236}">
                <a16:creationId xmlns:a16="http://schemas.microsoft.com/office/drawing/2014/main" id="{295FF575-80A0-69AB-ABC8-908A82A81287}"/>
              </a:ext>
            </a:extLst>
          </p:cNvPr>
          <p:cNvSpPr/>
          <p:nvPr/>
        </p:nvSpPr>
        <p:spPr>
          <a:xfrm>
            <a:off x="2546096" y="1783080"/>
            <a:ext cx="210294" cy="108969"/>
          </a:xfrm>
          <a:prstGeom prst="rect">
            <a:avLst/>
          </a:prstGeom>
          <a:noFill/>
          <a:ln/>
        </p:spPr>
        <p:txBody>
          <a:bodyPr wrap="square" lIns="0" tIns="0" rIns="0" bIns="0" rtlCol="0" anchor="ctr">
            <a:normAutofit fontScale="70000" lnSpcReduction="20000"/>
          </a:bodyPr>
          <a:lstStyle/>
          <a:p>
            <a:pPr marL="0" indent="0" algn="ctr">
              <a:buNone/>
            </a:pPr>
            <a:r>
              <a:rPr lang="en-US" sz="1200" b="1">
                <a:solidFill>
                  <a:srgbClr val="FFFFFF"/>
                </a:solidFill>
                <a:latin typeface="Malgun Gothic" pitchFamily="34" charset="0"/>
                <a:ea typeface="Malgun Gothic" pitchFamily="34" charset="-122"/>
                <a:cs typeface="Malgun Gothic" pitchFamily="34" charset="-120"/>
              </a:rPr>
              <a:t>1</a:t>
            </a:r>
            <a:endParaRPr lang="en-US" sz="1200" dirty="0"/>
          </a:p>
        </p:txBody>
      </p:sp>
      <p:sp>
        <p:nvSpPr>
          <p:cNvPr id="53" name="Text 13">
            <a:extLst>
              <a:ext uri="{FF2B5EF4-FFF2-40B4-BE49-F238E27FC236}">
                <a16:creationId xmlns:a16="http://schemas.microsoft.com/office/drawing/2014/main" id="{C503435F-78B1-FB74-7EF8-6F273E069211}"/>
              </a:ext>
            </a:extLst>
          </p:cNvPr>
          <p:cNvSpPr/>
          <p:nvPr/>
        </p:nvSpPr>
        <p:spPr>
          <a:xfrm>
            <a:off x="2990088" y="1704848"/>
            <a:ext cx="4206240" cy="246888"/>
          </a:xfrm>
          <a:prstGeom prst="rect">
            <a:avLst/>
          </a:prstGeom>
          <a:noFill/>
          <a:ln/>
        </p:spPr>
        <p:txBody>
          <a:bodyPr wrap="square" lIns="0" tIns="0" rIns="0" bIns="0" rtlCol="0" anchor="ctr">
            <a:normAutofit/>
          </a:bodyPr>
          <a:lstStyle/>
          <a:p>
            <a:pPr marL="0" indent="0">
              <a:buNone/>
            </a:pPr>
            <a:endParaRPr lang="en-US" sz="1600" dirty="0"/>
          </a:p>
        </p:txBody>
      </p:sp>
      <p:sp>
        <p:nvSpPr>
          <p:cNvPr id="57" name="Shape 15">
            <a:extLst>
              <a:ext uri="{FF2B5EF4-FFF2-40B4-BE49-F238E27FC236}">
                <a16:creationId xmlns:a16="http://schemas.microsoft.com/office/drawing/2014/main" id="{F59A4653-E35C-3D8A-98F8-9C533F1668C1}"/>
              </a:ext>
            </a:extLst>
          </p:cNvPr>
          <p:cNvSpPr/>
          <p:nvPr/>
        </p:nvSpPr>
        <p:spPr>
          <a:xfrm>
            <a:off x="2340864" y="2216912"/>
            <a:ext cx="9211056" cy="502920"/>
          </a:xfrm>
          <a:prstGeom prst="roundRect">
            <a:avLst>
              <a:gd name="adj" fmla="val 14286"/>
            </a:avLst>
          </a:prstGeom>
          <a:solidFill>
            <a:srgbClr val="FFFFFF"/>
          </a:solidFill>
          <a:ln w="12700">
            <a:solidFill>
              <a:srgbClr val="DDE5EC"/>
            </a:solidFill>
            <a:prstDash val="solid"/>
          </a:ln>
        </p:spPr>
        <p:txBody>
          <a:bodyPr/>
          <a:lstStyle/>
          <a:p>
            <a:endParaRPr lang="ko-KR" altLang="en-US"/>
          </a:p>
        </p:txBody>
      </p:sp>
      <p:sp>
        <p:nvSpPr>
          <p:cNvPr id="59" name="Shape 16">
            <a:extLst>
              <a:ext uri="{FF2B5EF4-FFF2-40B4-BE49-F238E27FC236}">
                <a16:creationId xmlns:a16="http://schemas.microsoft.com/office/drawing/2014/main" id="{1391981A-6B07-DBFA-D108-D7A3635E8093}"/>
              </a:ext>
            </a:extLst>
          </p:cNvPr>
          <p:cNvSpPr/>
          <p:nvPr/>
        </p:nvSpPr>
        <p:spPr>
          <a:xfrm>
            <a:off x="2475992" y="2322576"/>
            <a:ext cx="348488" cy="281025"/>
          </a:xfrm>
          <a:prstGeom prst="roundRect">
            <a:avLst>
              <a:gd name="adj" fmla="val 18367"/>
            </a:avLst>
          </a:prstGeom>
          <a:solidFill>
            <a:srgbClr val="14243A"/>
          </a:solidFill>
          <a:ln w="12700">
            <a:solidFill>
              <a:srgbClr val="14243A"/>
            </a:solidFill>
            <a:prstDash val="solid"/>
          </a:ln>
        </p:spPr>
        <p:txBody>
          <a:bodyPr/>
          <a:lstStyle/>
          <a:p>
            <a:endParaRPr lang="ko-KR" altLang="en-US"/>
          </a:p>
        </p:txBody>
      </p:sp>
      <p:sp>
        <p:nvSpPr>
          <p:cNvPr id="61" name="Text 17">
            <a:extLst>
              <a:ext uri="{FF2B5EF4-FFF2-40B4-BE49-F238E27FC236}">
                <a16:creationId xmlns:a16="http://schemas.microsoft.com/office/drawing/2014/main" id="{E8D36308-E9DD-C6B9-907C-6A1B5AB32D4A}"/>
              </a:ext>
            </a:extLst>
          </p:cNvPr>
          <p:cNvSpPr/>
          <p:nvPr/>
        </p:nvSpPr>
        <p:spPr>
          <a:xfrm>
            <a:off x="2546096" y="2423160"/>
            <a:ext cx="210294" cy="108969"/>
          </a:xfrm>
          <a:prstGeom prst="rect">
            <a:avLst/>
          </a:prstGeom>
          <a:noFill/>
          <a:ln/>
        </p:spPr>
        <p:txBody>
          <a:bodyPr wrap="square" lIns="0" tIns="0" rIns="0" bIns="0" rtlCol="0" anchor="ctr">
            <a:normAutofit fontScale="70000" lnSpcReduction="20000"/>
          </a:bodyPr>
          <a:lstStyle/>
          <a:p>
            <a:pPr marL="0" indent="0" algn="ctr">
              <a:buNone/>
            </a:pPr>
            <a:r>
              <a:rPr lang="en-US" sz="1200" b="1">
                <a:solidFill>
                  <a:srgbClr val="FFFFFF"/>
                </a:solidFill>
                <a:latin typeface="Malgun Gothic" pitchFamily="34" charset="0"/>
                <a:ea typeface="Malgun Gothic" pitchFamily="34" charset="-122"/>
                <a:cs typeface="Malgun Gothic" pitchFamily="34" charset="-120"/>
              </a:rPr>
              <a:t>2</a:t>
            </a:r>
            <a:endParaRPr lang="en-US" sz="1200" dirty="0"/>
          </a:p>
        </p:txBody>
      </p:sp>
      <p:sp>
        <p:nvSpPr>
          <p:cNvPr id="63" name="Text 18">
            <a:extLst>
              <a:ext uri="{FF2B5EF4-FFF2-40B4-BE49-F238E27FC236}">
                <a16:creationId xmlns:a16="http://schemas.microsoft.com/office/drawing/2014/main" id="{43C8E674-C69B-897A-0FCD-826D30335B93}"/>
              </a:ext>
            </a:extLst>
          </p:cNvPr>
          <p:cNvSpPr/>
          <p:nvPr/>
        </p:nvSpPr>
        <p:spPr>
          <a:xfrm>
            <a:off x="2990088" y="2356713"/>
            <a:ext cx="4206240" cy="246888"/>
          </a:xfrm>
          <a:prstGeom prst="rect">
            <a:avLst/>
          </a:prstGeom>
          <a:noFill/>
          <a:ln/>
        </p:spPr>
        <p:txBody>
          <a:bodyPr wrap="square" lIns="0" tIns="0" rIns="0" bIns="0" rtlCol="0" anchor="ctr">
            <a:normAutofit/>
          </a:bodyPr>
          <a:lstStyle/>
          <a:p>
            <a:pPr marL="0" indent="0">
              <a:buNone/>
            </a:pPr>
            <a:endParaRPr lang="en-US" sz="1600" dirty="0"/>
          </a:p>
        </p:txBody>
      </p:sp>
      <p:sp>
        <p:nvSpPr>
          <p:cNvPr id="67" name="Text 13">
            <a:extLst>
              <a:ext uri="{FF2B5EF4-FFF2-40B4-BE49-F238E27FC236}">
                <a16:creationId xmlns:a16="http://schemas.microsoft.com/office/drawing/2014/main" id="{0B675CFE-3796-F20B-136D-4C302730CE17}"/>
              </a:ext>
            </a:extLst>
          </p:cNvPr>
          <p:cNvSpPr/>
          <p:nvPr/>
        </p:nvSpPr>
        <p:spPr>
          <a:xfrm>
            <a:off x="2959608" y="1706854"/>
            <a:ext cx="8482584" cy="244882"/>
          </a:xfrm>
          <a:prstGeom prst="rect">
            <a:avLst/>
          </a:prstGeom>
          <a:noFill/>
          <a:ln/>
        </p:spPr>
        <p:txBody>
          <a:bodyPr wrap="square" lIns="0" tIns="0" rIns="0" bIns="0" rtlCol="0" anchor="ctr">
            <a:normAutofit fontScale="85000" lnSpcReduction="10000"/>
          </a:bodyPr>
          <a:lstStyle/>
          <a:p>
            <a:pPr marL="0" indent="0">
              <a:buNone/>
            </a:pPr>
            <a:r>
              <a:rPr lang="en-US" altLang="ko-KR" sz="1600" b="1">
                <a:solidFill>
                  <a:srgbClr val="14243A"/>
                </a:solidFill>
                <a:latin typeface="Malgun Gothic" pitchFamily="34" charset="0"/>
                <a:ea typeface="Malgun Gothic" pitchFamily="34" charset="-122"/>
                <a:cs typeface="Malgun Gothic" pitchFamily="34" charset="-120"/>
              </a:rPr>
              <a:t>AI</a:t>
            </a:r>
            <a:r>
              <a:rPr lang="ko-KR" altLang="en-US" sz="1600" b="1">
                <a:solidFill>
                  <a:srgbClr val="14243A"/>
                </a:solidFill>
                <a:latin typeface="Malgun Gothic" pitchFamily="34" charset="0"/>
                <a:ea typeface="Malgun Gothic" pitchFamily="34" charset="-122"/>
                <a:cs typeface="Malgun Gothic" pitchFamily="34" charset="-120"/>
              </a:rPr>
              <a:t>가 기술적 창안에 개입한 발명을 특허로 인정하기 위한 </a:t>
            </a:r>
            <a:r>
              <a:rPr lang="en-US" altLang="ko-KR" sz="1600" b="1">
                <a:solidFill>
                  <a:srgbClr val="14243A"/>
                </a:solidFill>
                <a:latin typeface="Malgun Gothic" pitchFamily="34" charset="0"/>
                <a:ea typeface="Malgun Gothic" pitchFamily="34" charset="-122"/>
                <a:cs typeface="Malgun Gothic" pitchFamily="34" charset="-120"/>
              </a:rPr>
              <a:t>'</a:t>
            </a:r>
            <a:r>
              <a:rPr lang="ko-KR" altLang="en-US" sz="1600" b="1">
                <a:solidFill>
                  <a:srgbClr val="14243A"/>
                </a:solidFill>
                <a:latin typeface="Malgun Gothic" pitchFamily="34" charset="0"/>
                <a:ea typeface="Malgun Gothic" pitchFamily="34" charset="-122"/>
                <a:cs typeface="Malgun Gothic" pitchFamily="34" charset="-120"/>
              </a:rPr>
              <a:t>인간의 실질적 기여</a:t>
            </a:r>
            <a:r>
              <a:rPr lang="en-US" altLang="ko-KR" sz="1600" b="1">
                <a:solidFill>
                  <a:srgbClr val="14243A"/>
                </a:solidFill>
                <a:latin typeface="Malgun Gothic" pitchFamily="34" charset="0"/>
                <a:ea typeface="Malgun Gothic" pitchFamily="34" charset="-122"/>
                <a:cs typeface="Malgun Gothic" pitchFamily="34" charset="-120"/>
              </a:rPr>
              <a:t>' </a:t>
            </a:r>
            <a:r>
              <a:rPr lang="ko-KR" altLang="en-US" sz="1600" b="1">
                <a:solidFill>
                  <a:srgbClr val="14243A"/>
                </a:solidFill>
                <a:latin typeface="Malgun Gothic" pitchFamily="34" charset="0"/>
                <a:ea typeface="Malgun Gothic" pitchFamily="34" charset="-122"/>
                <a:cs typeface="Malgun Gothic" pitchFamily="34" charset="-120"/>
              </a:rPr>
              <a:t>판단 기준은 무엇인가</a:t>
            </a:r>
            <a:r>
              <a:rPr lang="en-US" altLang="ko-KR" sz="1600" b="1">
                <a:solidFill>
                  <a:srgbClr val="14243A"/>
                </a:solidFill>
                <a:latin typeface="Malgun Gothic" pitchFamily="34" charset="0"/>
                <a:ea typeface="Malgun Gothic" pitchFamily="34" charset="-122"/>
                <a:cs typeface="Malgun Gothic" pitchFamily="34" charset="-120"/>
              </a:rPr>
              <a:t>?</a:t>
            </a:r>
            <a:endParaRPr lang="en-US" sz="1600" dirty="0"/>
          </a:p>
        </p:txBody>
      </p:sp>
      <p:sp>
        <p:nvSpPr>
          <p:cNvPr id="69" name="Text 13">
            <a:extLst>
              <a:ext uri="{FF2B5EF4-FFF2-40B4-BE49-F238E27FC236}">
                <a16:creationId xmlns:a16="http://schemas.microsoft.com/office/drawing/2014/main" id="{20434CAA-EE31-1B0E-D453-36145E443B8C}"/>
              </a:ext>
            </a:extLst>
          </p:cNvPr>
          <p:cNvSpPr/>
          <p:nvPr/>
        </p:nvSpPr>
        <p:spPr>
          <a:xfrm>
            <a:off x="2959608" y="2356713"/>
            <a:ext cx="8516112" cy="233070"/>
          </a:xfrm>
          <a:prstGeom prst="rect">
            <a:avLst/>
          </a:prstGeom>
          <a:noFill/>
          <a:ln/>
        </p:spPr>
        <p:txBody>
          <a:bodyPr wrap="square" lIns="0" tIns="0" rIns="0" bIns="0" rtlCol="0" anchor="ctr">
            <a:normAutofit fontScale="92500"/>
          </a:bodyPr>
          <a:lstStyle/>
          <a:p>
            <a:pPr marL="0" indent="0">
              <a:buNone/>
            </a:pPr>
            <a:r>
              <a:rPr lang="en-US" sz="1400" b="1">
                <a:solidFill>
                  <a:srgbClr val="14243A"/>
                </a:solidFill>
                <a:latin typeface="Malgun Gothic" pitchFamily="34" charset="0"/>
                <a:ea typeface="Malgun Gothic" pitchFamily="34" charset="-122"/>
                <a:cs typeface="Malgun Gothic" pitchFamily="34" charset="-120"/>
              </a:rPr>
              <a:t>AI</a:t>
            </a:r>
            <a:r>
              <a:rPr lang="ko-KR" altLang="en-US" sz="1400" b="1">
                <a:solidFill>
                  <a:srgbClr val="14243A"/>
                </a:solidFill>
                <a:latin typeface="Malgun Gothic" pitchFamily="34" charset="0"/>
                <a:ea typeface="Malgun Gothic" pitchFamily="34" charset="-122"/>
                <a:cs typeface="Malgun Gothic" pitchFamily="34" charset="-120"/>
              </a:rPr>
              <a:t>를 활용한 발명의 특허권은 서비스 개발자</a:t>
            </a:r>
            <a:r>
              <a:rPr lang="en-US" altLang="ko-KR" sz="1400" b="1">
                <a:solidFill>
                  <a:srgbClr val="14243A"/>
                </a:solidFill>
                <a:latin typeface="Malgun Gothic" pitchFamily="34" charset="0"/>
                <a:ea typeface="Malgun Gothic" pitchFamily="34" charset="-122"/>
                <a:cs typeface="Malgun Gothic" pitchFamily="34" charset="-120"/>
              </a:rPr>
              <a:t>, </a:t>
            </a:r>
            <a:r>
              <a:rPr lang="ko-KR" altLang="en-US" sz="1400" b="1">
                <a:solidFill>
                  <a:srgbClr val="14243A"/>
                </a:solidFill>
                <a:latin typeface="Malgun Gothic" pitchFamily="34" charset="0"/>
                <a:ea typeface="Malgun Gothic" pitchFamily="34" charset="-122"/>
                <a:cs typeface="Malgun Gothic" pitchFamily="34" charset="-120"/>
              </a:rPr>
              <a:t>소유자</a:t>
            </a:r>
            <a:r>
              <a:rPr lang="en-US" altLang="ko-KR" sz="1400" b="1">
                <a:solidFill>
                  <a:srgbClr val="14243A"/>
                </a:solidFill>
                <a:latin typeface="Malgun Gothic" pitchFamily="34" charset="0"/>
                <a:ea typeface="Malgun Gothic" pitchFamily="34" charset="-122"/>
                <a:cs typeface="Malgun Gothic" pitchFamily="34" charset="-120"/>
              </a:rPr>
              <a:t>, </a:t>
            </a:r>
            <a:r>
              <a:rPr lang="ko-KR" altLang="en-US" sz="1400" b="1">
                <a:solidFill>
                  <a:srgbClr val="14243A"/>
                </a:solidFill>
                <a:latin typeface="Malgun Gothic" pitchFamily="34" charset="0"/>
                <a:ea typeface="Malgun Gothic" pitchFamily="34" charset="-122"/>
                <a:cs typeface="Malgun Gothic" pitchFamily="34" charset="-120"/>
              </a:rPr>
              <a:t>사용자 등 누구에게 어떠한 법리로 귀속되어야 하는가</a:t>
            </a:r>
            <a:r>
              <a:rPr lang="en-US" altLang="ko-KR" sz="1400" b="1">
                <a:solidFill>
                  <a:srgbClr val="14243A"/>
                </a:solidFill>
                <a:latin typeface="Malgun Gothic" pitchFamily="34" charset="0"/>
                <a:ea typeface="Malgun Gothic" pitchFamily="34" charset="-122"/>
                <a:cs typeface="Malgun Gothic" pitchFamily="34" charset="-120"/>
              </a:rPr>
              <a:t>?</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Malgun Gothic"/>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Malgun Gothic"/>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맑은 고딕"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101</TotalTime>
  <Words>381</Words>
  <Application>Microsoft Office PowerPoint</Application>
  <PresentationFormat>와이드스크린</PresentationFormat>
  <Paragraphs>49</Paragraphs>
  <Slides>2</Slides>
  <Notes>2</Notes>
  <HiddenSlides>0</HiddenSlides>
  <MMClips>0</MMClips>
  <ScaleCrop>false</ScaleCrop>
  <HeadingPairs>
    <vt:vector size="6" baseType="variant">
      <vt:variant>
        <vt:lpstr>사용한 글꼴</vt:lpstr>
      </vt:variant>
      <vt:variant>
        <vt:i4>2</vt:i4>
      </vt:variant>
      <vt:variant>
        <vt:lpstr>테마</vt:lpstr>
      </vt:variant>
      <vt:variant>
        <vt:i4>1</vt:i4>
      </vt:variant>
      <vt:variant>
        <vt:lpstr>슬라이드 제목</vt:lpstr>
      </vt:variant>
      <vt:variant>
        <vt:i4>2</vt:i4>
      </vt:variant>
    </vt:vector>
  </HeadingPairs>
  <TitlesOfParts>
    <vt:vector size="5" baseType="lpstr">
      <vt:lpstr>Malgun Gothic</vt:lpstr>
      <vt:lpstr>Arial</vt:lpstr>
      <vt:lpstr>Office Theme</vt:lpstr>
      <vt:lpstr>PowerPoint 프레젠테이션</vt:lpstr>
      <vt:lpstr>PowerPoint 프레젠테이션</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생성형 AI 활용 발명의 발명자 인정 기준에 관한 연구</dc:title>
  <dc:subject>AI 거버넌스 법규제 소논문 연구계획서</dc:subject>
  <dc:creator>OpenAI</dc:creator>
  <cp:lastModifiedBy>leplus</cp:lastModifiedBy>
  <cp:revision>1</cp:revision>
  <dcterms:created xsi:type="dcterms:W3CDTF">2026-10-11T16:13:59Z</dcterms:created>
  <dcterms:modified xsi:type="dcterms:W3CDTF">2026-10-13T11:54:21Z</dcterms:modified>
</cp:coreProperties>
</file>