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4" r:id="rId3"/>
    <p:sldId id="263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E3B02A-B60B-4048-91ED-5037BD7C928C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pPr latinLnBrk="1"/>
          <a:endParaRPr lang="ko-KR" altLang="en-US"/>
        </a:p>
      </dgm:t>
    </dgm:pt>
    <dgm:pt modelId="{74D08946-CEB0-4023-B655-D488A08FC32A}">
      <dgm:prSet/>
      <dgm:spPr/>
      <dgm:t>
        <a:bodyPr/>
        <a:lstStyle/>
        <a:p>
          <a:pPr latinLnBrk="1"/>
          <a:r>
            <a:rPr lang="ko-KR" b="1"/>
            <a:t>문헌 검토</a:t>
          </a:r>
          <a:endParaRPr lang="ko-KR"/>
        </a:p>
      </dgm:t>
    </dgm:pt>
    <dgm:pt modelId="{4A075849-511C-40FC-BBD4-CBC301448313}" type="parTrans" cxnId="{E8D858DF-ED43-416D-85D8-C57290F7D754}">
      <dgm:prSet/>
      <dgm:spPr/>
      <dgm:t>
        <a:bodyPr/>
        <a:lstStyle/>
        <a:p>
          <a:pPr latinLnBrk="1"/>
          <a:endParaRPr lang="ko-KR" altLang="en-US"/>
        </a:p>
      </dgm:t>
    </dgm:pt>
    <dgm:pt modelId="{40B0A29E-8655-4D73-98FC-069A542A0275}" type="sibTrans" cxnId="{E8D858DF-ED43-416D-85D8-C57290F7D754}">
      <dgm:prSet/>
      <dgm:spPr/>
      <dgm:t>
        <a:bodyPr/>
        <a:lstStyle/>
        <a:p>
          <a:pPr latinLnBrk="1"/>
          <a:endParaRPr lang="ko-KR" altLang="en-US"/>
        </a:p>
      </dgm:t>
    </dgm:pt>
    <dgm:pt modelId="{91478DDB-AE8E-402F-A417-324A7A7727B0}">
      <dgm:prSet/>
      <dgm:spPr/>
      <dgm:t>
        <a:bodyPr/>
        <a:lstStyle/>
        <a:p>
          <a:pPr latinLnBrk="1"/>
          <a:r>
            <a:rPr lang="ko-KR" b="1"/>
            <a:t>법령 분석</a:t>
          </a:r>
          <a:endParaRPr lang="ko-KR"/>
        </a:p>
      </dgm:t>
    </dgm:pt>
    <dgm:pt modelId="{F1627E5C-D20B-4470-8CB4-14A19E136289}" type="parTrans" cxnId="{20F37A02-7A4F-4453-AD55-8F60439CE20D}">
      <dgm:prSet/>
      <dgm:spPr/>
      <dgm:t>
        <a:bodyPr/>
        <a:lstStyle/>
        <a:p>
          <a:pPr latinLnBrk="1"/>
          <a:endParaRPr lang="ko-KR" altLang="en-US"/>
        </a:p>
      </dgm:t>
    </dgm:pt>
    <dgm:pt modelId="{487F06A0-FB46-40A1-AC49-7D22EDFA097D}" type="sibTrans" cxnId="{20F37A02-7A4F-4453-AD55-8F60439CE20D}">
      <dgm:prSet/>
      <dgm:spPr/>
      <dgm:t>
        <a:bodyPr/>
        <a:lstStyle/>
        <a:p>
          <a:pPr latinLnBrk="1"/>
          <a:endParaRPr lang="ko-KR" altLang="en-US"/>
        </a:p>
      </dgm:t>
    </dgm:pt>
    <dgm:pt modelId="{134405D5-64C3-470E-BFDB-32951EDC192D}">
      <dgm:prSet/>
      <dgm:spPr/>
      <dgm:t>
        <a:bodyPr/>
        <a:lstStyle/>
        <a:p>
          <a:pPr latinLnBrk="1"/>
          <a:r>
            <a:rPr lang="ko-KR" b="1"/>
            <a:t>요구사항 추출</a:t>
          </a:r>
          <a:endParaRPr lang="ko-KR"/>
        </a:p>
      </dgm:t>
    </dgm:pt>
    <dgm:pt modelId="{EF82B8E0-4B16-4D42-9FAC-5F3A05181C04}" type="parTrans" cxnId="{E1A2F5F3-78E8-4079-9E57-7D7E7CB1110A}">
      <dgm:prSet/>
      <dgm:spPr/>
      <dgm:t>
        <a:bodyPr/>
        <a:lstStyle/>
        <a:p>
          <a:pPr latinLnBrk="1"/>
          <a:endParaRPr lang="ko-KR" altLang="en-US"/>
        </a:p>
      </dgm:t>
    </dgm:pt>
    <dgm:pt modelId="{5A8FFE34-74DB-40D4-AF7B-50B734139A6B}" type="sibTrans" cxnId="{E1A2F5F3-78E8-4079-9E57-7D7E7CB1110A}">
      <dgm:prSet/>
      <dgm:spPr/>
      <dgm:t>
        <a:bodyPr/>
        <a:lstStyle/>
        <a:p>
          <a:pPr latinLnBrk="1"/>
          <a:endParaRPr lang="ko-KR" altLang="en-US"/>
        </a:p>
      </dgm:t>
    </dgm:pt>
    <dgm:pt modelId="{461A528B-A19C-4E22-AE98-1B0ACD0AB3CA}">
      <dgm:prSet/>
      <dgm:spPr/>
      <dgm:t>
        <a:bodyPr/>
        <a:lstStyle/>
        <a:p>
          <a:pPr latinLnBrk="1"/>
          <a:r>
            <a:rPr lang="ko-KR" b="1"/>
            <a:t>단계별 매핑</a:t>
          </a:r>
          <a:endParaRPr lang="ko-KR"/>
        </a:p>
      </dgm:t>
    </dgm:pt>
    <dgm:pt modelId="{4A09213B-DE7C-4E00-BA59-E5D9EA743009}" type="parTrans" cxnId="{8F033C05-E7FA-40D1-A56B-3D9C71BD8B94}">
      <dgm:prSet/>
      <dgm:spPr/>
      <dgm:t>
        <a:bodyPr/>
        <a:lstStyle/>
        <a:p>
          <a:pPr latinLnBrk="1"/>
          <a:endParaRPr lang="ko-KR" altLang="en-US"/>
        </a:p>
      </dgm:t>
    </dgm:pt>
    <dgm:pt modelId="{6C57439E-836D-4DDD-A666-F824411D9D5D}" type="sibTrans" cxnId="{8F033C05-E7FA-40D1-A56B-3D9C71BD8B94}">
      <dgm:prSet/>
      <dgm:spPr/>
      <dgm:t>
        <a:bodyPr/>
        <a:lstStyle/>
        <a:p>
          <a:pPr latinLnBrk="1"/>
          <a:endParaRPr lang="ko-KR" altLang="en-US"/>
        </a:p>
      </dgm:t>
    </dgm:pt>
    <dgm:pt modelId="{3D822AEE-92B4-46FE-9759-20903CDF5CA5}">
      <dgm:prSet/>
      <dgm:spPr/>
      <dgm:t>
        <a:bodyPr/>
        <a:lstStyle/>
        <a:p>
          <a:pPr latinLnBrk="1"/>
          <a:r>
            <a:rPr lang="ko-KR" b="1"/>
            <a:t>점검표 개발</a:t>
          </a:r>
          <a:endParaRPr lang="ko-KR"/>
        </a:p>
      </dgm:t>
    </dgm:pt>
    <dgm:pt modelId="{8E9E2EAD-8DC7-4BE6-AEE6-E79B1724973E}" type="parTrans" cxnId="{396B835E-402F-4A86-8973-E4783296189F}">
      <dgm:prSet/>
      <dgm:spPr/>
      <dgm:t>
        <a:bodyPr/>
        <a:lstStyle/>
        <a:p>
          <a:pPr latinLnBrk="1"/>
          <a:endParaRPr lang="ko-KR" altLang="en-US"/>
        </a:p>
      </dgm:t>
    </dgm:pt>
    <dgm:pt modelId="{83F7CE72-5286-4669-82FA-FDF0979ED1A0}" type="sibTrans" cxnId="{396B835E-402F-4A86-8973-E4783296189F}">
      <dgm:prSet/>
      <dgm:spPr/>
      <dgm:t>
        <a:bodyPr/>
        <a:lstStyle/>
        <a:p>
          <a:pPr latinLnBrk="1"/>
          <a:endParaRPr lang="ko-KR" altLang="en-US"/>
        </a:p>
      </dgm:t>
    </dgm:pt>
    <dgm:pt modelId="{37863664-995E-4BB7-8B0B-5390CAC1BD4D}">
      <dgm:prSet/>
      <dgm:spPr/>
      <dgm:t>
        <a:bodyPr/>
        <a:lstStyle/>
        <a:p>
          <a:pPr latinLnBrk="1"/>
          <a:r>
            <a:rPr lang="ko-KR" b="1"/>
            <a:t>전문가 검증</a:t>
          </a:r>
          <a:endParaRPr lang="ko-KR"/>
        </a:p>
      </dgm:t>
    </dgm:pt>
    <dgm:pt modelId="{1BFF3410-DA7A-4124-9907-AC1138F93941}" type="parTrans" cxnId="{1FB5B080-7897-4C58-A0B6-8767123AD266}">
      <dgm:prSet/>
      <dgm:spPr/>
      <dgm:t>
        <a:bodyPr/>
        <a:lstStyle/>
        <a:p>
          <a:pPr latinLnBrk="1"/>
          <a:endParaRPr lang="ko-KR" altLang="en-US"/>
        </a:p>
      </dgm:t>
    </dgm:pt>
    <dgm:pt modelId="{B61CB6AA-7CBD-4D59-8B04-94A333D38F79}" type="sibTrans" cxnId="{1FB5B080-7897-4C58-A0B6-8767123AD266}">
      <dgm:prSet/>
      <dgm:spPr/>
      <dgm:t>
        <a:bodyPr/>
        <a:lstStyle/>
        <a:p>
          <a:pPr latinLnBrk="1"/>
          <a:endParaRPr lang="ko-KR" altLang="en-US"/>
        </a:p>
      </dgm:t>
    </dgm:pt>
    <dgm:pt modelId="{823EE350-24DB-4B04-AB5E-30E38CA90F2A}">
      <dgm:prSet/>
      <dgm:spPr/>
      <dgm:t>
        <a:bodyPr/>
        <a:lstStyle/>
        <a:p>
          <a:pPr latinLnBrk="1"/>
          <a:r>
            <a:rPr lang="ko-KR" b="1"/>
            <a:t>수정</a:t>
          </a:r>
          <a:r>
            <a:rPr lang="en-US" b="1"/>
            <a:t>·</a:t>
          </a:r>
          <a:r>
            <a:rPr lang="ko-KR" b="1"/>
            <a:t>확정</a:t>
          </a:r>
          <a:endParaRPr lang="ko-KR"/>
        </a:p>
      </dgm:t>
    </dgm:pt>
    <dgm:pt modelId="{1C2F98DF-A2BD-4F97-BB55-3DEDB9D08414}" type="parTrans" cxnId="{23DC3385-9661-43FE-B373-7C0040D09E5B}">
      <dgm:prSet/>
      <dgm:spPr/>
      <dgm:t>
        <a:bodyPr/>
        <a:lstStyle/>
        <a:p>
          <a:pPr latinLnBrk="1"/>
          <a:endParaRPr lang="ko-KR" altLang="en-US"/>
        </a:p>
      </dgm:t>
    </dgm:pt>
    <dgm:pt modelId="{514F5460-AEC3-4E48-854E-7FFED210C515}" type="sibTrans" cxnId="{23DC3385-9661-43FE-B373-7C0040D09E5B}">
      <dgm:prSet/>
      <dgm:spPr/>
      <dgm:t>
        <a:bodyPr/>
        <a:lstStyle/>
        <a:p>
          <a:pPr latinLnBrk="1"/>
          <a:endParaRPr lang="ko-KR" altLang="en-US"/>
        </a:p>
      </dgm:t>
    </dgm:pt>
    <dgm:pt modelId="{2875B84E-A7EC-4FD0-B581-EA52AC6DAB23}" type="pres">
      <dgm:prSet presAssocID="{72E3B02A-B60B-4048-91ED-5037BD7C928C}" presName="Name0" presStyleCnt="0">
        <dgm:presLayoutVars>
          <dgm:dir/>
          <dgm:animLvl val="lvl"/>
          <dgm:resizeHandles val="exact"/>
        </dgm:presLayoutVars>
      </dgm:prSet>
      <dgm:spPr/>
    </dgm:pt>
    <dgm:pt modelId="{32138FF3-09B9-4934-B1DD-39D3B932C64E}" type="pres">
      <dgm:prSet presAssocID="{74D08946-CEB0-4023-B655-D488A08FC32A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77ECE50C-8B67-49B4-85C4-D511DBBFACB2}" type="pres">
      <dgm:prSet presAssocID="{40B0A29E-8655-4D73-98FC-069A542A0275}" presName="parTxOnlySpace" presStyleCnt="0"/>
      <dgm:spPr/>
    </dgm:pt>
    <dgm:pt modelId="{A2A0FE31-CD5F-43CD-BEDA-2CD9F7EC9D5A}" type="pres">
      <dgm:prSet presAssocID="{91478DDB-AE8E-402F-A417-324A7A7727B0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D3D948E2-60DE-49AB-B058-B85D6825B48D}" type="pres">
      <dgm:prSet presAssocID="{487F06A0-FB46-40A1-AC49-7D22EDFA097D}" presName="parTxOnlySpace" presStyleCnt="0"/>
      <dgm:spPr/>
    </dgm:pt>
    <dgm:pt modelId="{2063C6CE-8EFA-4938-BF12-EB0474871DD0}" type="pres">
      <dgm:prSet presAssocID="{134405D5-64C3-470E-BFDB-32951EDC192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170878A8-BD9F-466E-9D7A-B200583157E2}" type="pres">
      <dgm:prSet presAssocID="{5A8FFE34-74DB-40D4-AF7B-50B734139A6B}" presName="parTxOnlySpace" presStyleCnt="0"/>
      <dgm:spPr/>
    </dgm:pt>
    <dgm:pt modelId="{4DE6C2FC-6EFE-46D8-8291-3A9AFF01D2AF}" type="pres">
      <dgm:prSet presAssocID="{461A528B-A19C-4E22-AE98-1B0ACD0AB3CA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181B47F7-7F4F-4326-8A02-3A9DF713078E}" type="pres">
      <dgm:prSet presAssocID="{6C57439E-836D-4DDD-A666-F824411D9D5D}" presName="parTxOnlySpace" presStyleCnt="0"/>
      <dgm:spPr/>
    </dgm:pt>
    <dgm:pt modelId="{F0B4BF00-0899-4D22-81BF-2EDA3197FD28}" type="pres">
      <dgm:prSet presAssocID="{3D822AEE-92B4-46FE-9759-20903CDF5CA5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C330EB7E-150C-4815-B142-1F6E9A9DD150}" type="pres">
      <dgm:prSet presAssocID="{83F7CE72-5286-4669-82FA-FDF0979ED1A0}" presName="parTxOnlySpace" presStyleCnt="0"/>
      <dgm:spPr/>
    </dgm:pt>
    <dgm:pt modelId="{C690A01A-281B-4528-9531-CE5C10144638}" type="pres">
      <dgm:prSet presAssocID="{37863664-995E-4BB7-8B0B-5390CAC1BD4D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0747573C-16FD-4D17-9206-B8F401F2244C}" type="pres">
      <dgm:prSet presAssocID="{B61CB6AA-7CBD-4D59-8B04-94A333D38F79}" presName="parTxOnlySpace" presStyleCnt="0"/>
      <dgm:spPr/>
    </dgm:pt>
    <dgm:pt modelId="{BE421356-8171-401E-BA0A-C87D73289478}" type="pres">
      <dgm:prSet presAssocID="{823EE350-24DB-4B04-AB5E-30E38CA90F2A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F37A02-7A4F-4453-AD55-8F60439CE20D}" srcId="{72E3B02A-B60B-4048-91ED-5037BD7C928C}" destId="{91478DDB-AE8E-402F-A417-324A7A7727B0}" srcOrd="1" destOrd="0" parTransId="{F1627E5C-D20B-4470-8CB4-14A19E136289}" sibTransId="{487F06A0-FB46-40A1-AC49-7D22EDFA097D}"/>
    <dgm:cxn modelId="{8F033C05-E7FA-40D1-A56B-3D9C71BD8B94}" srcId="{72E3B02A-B60B-4048-91ED-5037BD7C928C}" destId="{461A528B-A19C-4E22-AE98-1B0ACD0AB3CA}" srcOrd="3" destOrd="0" parTransId="{4A09213B-DE7C-4E00-BA59-E5D9EA743009}" sibTransId="{6C57439E-836D-4DDD-A666-F824411D9D5D}"/>
    <dgm:cxn modelId="{B755F113-15DA-4947-A16C-EA751962DC25}" type="presOf" srcId="{37863664-995E-4BB7-8B0B-5390CAC1BD4D}" destId="{C690A01A-281B-4528-9531-CE5C10144638}" srcOrd="0" destOrd="0" presId="urn:microsoft.com/office/officeart/2005/8/layout/chevron1"/>
    <dgm:cxn modelId="{3ECEB737-68B7-413C-B8C6-AACE95F9917B}" type="presOf" srcId="{3D822AEE-92B4-46FE-9759-20903CDF5CA5}" destId="{F0B4BF00-0899-4D22-81BF-2EDA3197FD28}" srcOrd="0" destOrd="0" presId="urn:microsoft.com/office/officeart/2005/8/layout/chevron1"/>
    <dgm:cxn modelId="{01F53740-91CC-4254-9B67-79759F046CCF}" type="presOf" srcId="{91478DDB-AE8E-402F-A417-324A7A7727B0}" destId="{A2A0FE31-CD5F-43CD-BEDA-2CD9F7EC9D5A}" srcOrd="0" destOrd="0" presId="urn:microsoft.com/office/officeart/2005/8/layout/chevron1"/>
    <dgm:cxn modelId="{396B835E-402F-4A86-8973-E4783296189F}" srcId="{72E3B02A-B60B-4048-91ED-5037BD7C928C}" destId="{3D822AEE-92B4-46FE-9759-20903CDF5CA5}" srcOrd="4" destOrd="0" parTransId="{8E9E2EAD-8DC7-4BE6-AEE6-E79B1724973E}" sibTransId="{83F7CE72-5286-4669-82FA-FDF0979ED1A0}"/>
    <dgm:cxn modelId="{BF398468-144D-463E-9B52-B1A7785046D1}" type="presOf" srcId="{72E3B02A-B60B-4048-91ED-5037BD7C928C}" destId="{2875B84E-A7EC-4FD0-B581-EA52AC6DAB23}" srcOrd="0" destOrd="0" presId="urn:microsoft.com/office/officeart/2005/8/layout/chevron1"/>
    <dgm:cxn modelId="{77141F6E-CCC0-449C-B078-1916555956EC}" type="presOf" srcId="{461A528B-A19C-4E22-AE98-1B0ACD0AB3CA}" destId="{4DE6C2FC-6EFE-46D8-8291-3A9AFF01D2AF}" srcOrd="0" destOrd="0" presId="urn:microsoft.com/office/officeart/2005/8/layout/chevron1"/>
    <dgm:cxn modelId="{B1542158-BAFC-4341-A1DF-F4EBA729F3EA}" type="presOf" srcId="{74D08946-CEB0-4023-B655-D488A08FC32A}" destId="{32138FF3-09B9-4934-B1DD-39D3B932C64E}" srcOrd="0" destOrd="0" presId="urn:microsoft.com/office/officeart/2005/8/layout/chevron1"/>
    <dgm:cxn modelId="{391DF57D-FBF8-4F19-BC15-A6561494EF04}" type="presOf" srcId="{134405D5-64C3-470E-BFDB-32951EDC192D}" destId="{2063C6CE-8EFA-4938-BF12-EB0474871DD0}" srcOrd="0" destOrd="0" presId="urn:microsoft.com/office/officeart/2005/8/layout/chevron1"/>
    <dgm:cxn modelId="{1FB5B080-7897-4C58-A0B6-8767123AD266}" srcId="{72E3B02A-B60B-4048-91ED-5037BD7C928C}" destId="{37863664-995E-4BB7-8B0B-5390CAC1BD4D}" srcOrd="5" destOrd="0" parTransId="{1BFF3410-DA7A-4124-9907-AC1138F93941}" sibTransId="{B61CB6AA-7CBD-4D59-8B04-94A333D38F79}"/>
    <dgm:cxn modelId="{23DC3385-9661-43FE-B373-7C0040D09E5B}" srcId="{72E3B02A-B60B-4048-91ED-5037BD7C928C}" destId="{823EE350-24DB-4B04-AB5E-30E38CA90F2A}" srcOrd="6" destOrd="0" parTransId="{1C2F98DF-A2BD-4F97-BB55-3DEDB9D08414}" sibTransId="{514F5460-AEC3-4E48-854E-7FFED210C515}"/>
    <dgm:cxn modelId="{4F9DAE9E-C7F8-4EDF-8FF7-1237AD001BE4}" type="presOf" srcId="{823EE350-24DB-4B04-AB5E-30E38CA90F2A}" destId="{BE421356-8171-401E-BA0A-C87D73289478}" srcOrd="0" destOrd="0" presId="urn:microsoft.com/office/officeart/2005/8/layout/chevron1"/>
    <dgm:cxn modelId="{E8D858DF-ED43-416D-85D8-C57290F7D754}" srcId="{72E3B02A-B60B-4048-91ED-5037BD7C928C}" destId="{74D08946-CEB0-4023-B655-D488A08FC32A}" srcOrd="0" destOrd="0" parTransId="{4A075849-511C-40FC-BBD4-CBC301448313}" sibTransId="{40B0A29E-8655-4D73-98FC-069A542A0275}"/>
    <dgm:cxn modelId="{E1A2F5F3-78E8-4079-9E57-7D7E7CB1110A}" srcId="{72E3B02A-B60B-4048-91ED-5037BD7C928C}" destId="{134405D5-64C3-470E-BFDB-32951EDC192D}" srcOrd="2" destOrd="0" parTransId="{EF82B8E0-4B16-4D42-9FAC-5F3A05181C04}" sibTransId="{5A8FFE34-74DB-40D4-AF7B-50B734139A6B}"/>
    <dgm:cxn modelId="{0D2B8E25-0BE9-47F2-81E7-E7FF49E11665}" type="presParOf" srcId="{2875B84E-A7EC-4FD0-B581-EA52AC6DAB23}" destId="{32138FF3-09B9-4934-B1DD-39D3B932C64E}" srcOrd="0" destOrd="0" presId="urn:microsoft.com/office/officeart/2005/8/layout/chevron1"/>
    <dgm:cxn modelId="{89D45D2B-DFD5-4AE4-BF84-A456FDF27BC6}" type="presParOf" srcId="{2875B84E-A7EC-4FD0-B581-EA52AC6DAB23}" destId="{77ECE50C-8B67-49B4-85C4-D511DBBFACB2}" srcOrd="1" destOrd="0" presId="urn:microsoft.com/office/officeart/2005/8/layout/chevron1"/>
    <dgm:cxn modelId="{628F59F7-454F-4781-9516-71C82DF6B144}" type="presParOf" srcId="{2875B84E-A7EC-4FD0-B581-EA52AC6DAB23}" destId="{A2A0FE31-CD5F-43CD-BEDA-2CD9F7EC9D5A}" srcOrd="2" destOrd="0" presId="urn:microsoft.com/office/officeart/2005/8/layout/chevron1"/>
    <dgm:cxn modelId="{C6D9AC76-A2AB-46BE-AED5-FAD31A1194BC}" type="presParOf" srcId="{2875B84E-A7EC-4FD0-B581-EA52AC6DAB23}" destId="{D3D948E2-60DE-49AB-B058-B85D6825B48D}" srcOrd="3" destOrd="0" presId="urn:microsoft.com/office/officeart/2005/8/layout/chevron1"/>
    <dgm:cxn modelId="{4510F8EE-BEBA-4F20-93C0-F59F380A11E5}" type="presParOf" srcId="{2875B84E-A7EC-4FD0-B581-EA52AC6DAB23}" destId="{2063C6CE-8EFA-4938-BF12-EB0474871DD0}" srcOrd="4" destOrd="0" presId="urn:microsoft.com/office/officeart/2005/8/layout/chevron1"/>
    <dgm:cxn modelId="{29E2BB19-2DF1-402F-AA0E-E473FF210A99}" type="presParOf" srcId="{2875B84E-A7EC-4FD0-B581-EA52AC6DAB23}" destId="{170878A8-BD9F-466E-9D7A-B200583157E2}" srcOrd="5" destOrd="0" presId="urn:microsoft.com/office/officeart/2005/8/layout/chevron1"/>
    <dgm:cxn modelId="{0AA2BF88-4DEA-4490-8D0B-2067B8EC9419}" type="presParOf" srcId="{2875B84E-A7EC-4FD0-B581-EA52AC6DAB23}" destId="{4DE6C2FC-6EFE-46D8-8291-3A9AFF01D2AF}" srcOrd="6" destOrd="0" presId="urn:microsoft.com/office/officeart/2005/8/layout/chevron1"/>
    <dgm:cxn modelId="{6313000E-2D95-409A-A7A2-6D9A9497B255}" type="presParOf" srcId="{2875B84E-A7EC-4FD0-B581-EA52AC6DAB23}" destId="{181B47F7-7F4F-4326-8A02-3A9DF713078E}" srcOrd="7" destOrd="0" presId="urn:microsoft.com/office/officeart/2005/8/layout/chevron1"/>
    <dgm:cxn modelId="{6CBF814A-E263-4366-B47D-0FF2C510F7A6}" type="presParOf" srcId="{2875B84E-A7EC-4FD0-B581-EA52AC6DAB23}" destId="{F0B4BF00-0899-4D22-81BF-2EDA3197FD28}" srcOrd="8" destOrd="0" presId="urn:microsoft.com/office/officeart/2005/8/layout/chevron1"/>
    <dgm:cxn modelId="{CA5A03DC-24F0-4B8A-84F4-D023E3250E21}" type="presParOf" srcId="{2875B84E-A7EC-4FD0-B581-EA52AC6DAB23}" destId="{C330EB7E-150C-4815-B142-1F6E9A9DD150}" srcOrd="9" destOrd="0" presId="urn:microsoft.com/office/officeart/2005/8/layout/chevron1"/>
    <dgm:cxn modelId="{6229E0B2-6680-4A66-95C5-45BE3ED417AE}" type="presParOf" srcId="{2875B84E-A7EC-4FD0-B581-EA52AC6DAB23}" destId="{C690A01A-281B-4528-9531-CE5C10144638}" srcOrd="10" destOrd="0" presId="urn:microsoft.com/office/officeart/2005/8/layout/chevron1"/>
    <dgm:cxn modelId="{0F1CACBB-19BE-4039-AEBD-595922AC4997}" type="presParOf" srcId="{2875B84E-A7EC-4FD0-B581-EA52AC6DAB23}" destId="{0747573C-16FD-4D17-9206-B8F401F2244C}" srcOrd="11" destOrd="0" presId="urn:microsoft.com/office/officeart/2005/8/layout/chevron1"/>
    <dgm:cxn modelId="{F1094D36-AC11-4966-9F0E-6D47459111F3}" type="presParOf" srcId="{2875B84E-A7EC-4FD0-B581-EA52AC6DAB23}" destId="{BE421356-8171-401E-BA0A-C87D73289478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274142-3064-4C50-9709-DA1ADD175394}" type="doc">
      <dgm:prSet loTypeId="urn:microsoft.com/office/officeart/2005/8/layout/hProcess7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pPr latinLnBrk="1"/>
          <a:endParaRPr lang="ko-KR" altLang="en-US"/>
        </a:p>
      </dgm:t>
    </dgm:pt>
    <dgm:pt modelId="{08DE36F4-26B3-4C73-83FF-BD3E144B4D74}">
      <dgm:prSet custT="1"/>
      <dgm:spPr/>
      <dgm:t>
        <a:bodyPr/>
        <a:lstStyle/>
        <a:p>
          <a:pPr latinLnBrk="1"/>
          <a:r>
            <a:rPr lang="en-US" sz="900">
              <a:latin typeface="+mn-ea"/>
              <a:ea typeface="+mn-ea"/>
            </a:rPr>
            <a:t>Ⅰ. </a:t>
          </a:r>
          <a:r>
            <a:rPr lang="ko-KR" sz="900">
              <a:latin typeface="+mn-ea"/>
              <a:ea typeface="+mn-ea"/>
            </a:rPr>
            <a:t>서론</a:t>
          </a:r>
        </a:p>
      </dgm:t>
    </dgm:pt>
    <dgm:pt modelId="{333CE1E8-A379-4445-8B58-B4FDF753E226}" type="parTrans" cxnId="{A0636828-AA9C-4CEA-B9AA-99B66F448014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A88868B7-ABC5-4D89-ABEF-E3786BB5B3E5}" type="sibTrans" cxnId="{A0636828-AA9C-4CEA-B9AA-99B66F448014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ABA5A5E5-1520-4F9B-86D6-111B052AB31F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연구 배경과 필요성</a:t>
          </a:r>
        </a:p>
      </dgm:t>
    </dgm:pt>
    <dgm:pt modelId="{2A4A19D5-EB08-4CAF-B4FC-96E0A3F5A2D3}" type="parTrans" cxnId="{1A4FF269-F6C4-4B17-A316-C2B073E53D2E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A6BC03E8-1C57-444F-80A2-412E086E58A0}" type="sibTrans" cxnId="{1A4FF269-F6C4-4B17-A316-C2B073E53D2E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DC408260-42E5-407B-8644-76E4227702DA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연구 목적과 범위</a:t>
          </a:r>
        </a:p>
      </dgm:t>
    </dgm:pt>
    <dgm:pt modelId="{AB612AF5-705A-4D90-BE4D-AC1883638962}" type="parTrans" cxnId="{1A7D5807-B919-46CA-BC27-83C0F738AE93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EA6F82EF-A6CB-4948-A755-41455750D3F9}" type="sibTrans" cxnId="{1A7D5807-B919-46CA-BC27-83C0F738AE93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FD69F135-81B5-4137-9EB0-9DA51C39F08F}">
      <dgm:prSet custT="1"/>
      <dgm:spPr/>
      <dgm:t>
        <a:bodyPr/>
        <a:lstStyle/>
        <a:p>
          <a:pPr latinLnBrk="1"/>
          <a:r>
            <a:rPr lang="en-US" sz="900">
              <a:latin typeface="+mn-ea"/>
              <a:ea typeface="+mn-ea"/>
            </a:rPr>
            <a:t>Ⅱ. </a:t>
          </a:r>
          <a:r>
            <a:rPr lang="ko-KR" sz="900">
              <a:latin typeface="+mn-ea"/>
              <a:ea typeface="+mn-ea"/>
            </a:rPr>
            <a:t>이론적 배경 및 관련 법제</a:t>
          </a:r>
        </a:p>
      </dgm:t>
    </dgm:pt>
    <dgm:pt modelId="{2E07655B-3DA3-45AB-A716-EE4B4F64B20C}" type="parTrans" cxnId="{58453D6C-B22B-4EBB-B5B8-251B1CC96F60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782FC44F-66B9-4B5C-950C-293F29C2FA60}" type="sibTrans" cxnId="{58453D6C-B22B-4EBB-B5B8-251B1CC96F60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A795D3C0-7A44-425E-93B6-ECF4F321F5B5}">
      <dgm:prSet custT="1"/>
      <dgm:spPr/>
      <dgm:t>
        <a:bodyPr/>
        <a:lstStyle/>
        <a:p>
          <a:pPr latinLnBrk="1"/>
          <a:r>
            <a:rPr lang="ko-KR" sz="900">
              <a:latin typeface="+mn-ea"/>
              <a:ea typeface="+mn-ea"/>
            </a:rPr>
            <a:t>상급종합병원 </a:t>
          </a:r>
          <a:r>
            <a:rPr lang="en-US" sz="900">
              <a:latin typeface="+mn-ea"/>
              <a:ea typeface="+mn-ea"/>
            </a:rPr>
            <a:t>AI </a:t>
          </a:r>
          <a:r>
            <a:rPr lang="ko-KR" sz="900">
              <a:latin typeface="+mn-ea"/>
              <a:ea typeface="+mn-ea"/>
            </a:rPr>
            <a:t>인프라와 거버넌스</a:t>
          </a:r>
        </a:p>
      </dgm:t>
    </dgm:pt>
    <dgm:pt modelId="{FCF4117D-95BC-4DE3-8C0E-08360953F1BF}" type="parTrans" cxnId="{22558A97-FB2A-415A-8FE2-E02FB3662F8F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6E4B509F-FDF7-4FA9-A1CF-E4D89E4366C5}" type="sibTrans" cxnId="{22558A97-FB2A-415A-8FE2-E02FB3662F8F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C1930A12-1A3E-42F6-9528-4558EF0EC430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국내 관련 법령과 기존 점검체계</a:t>
          </a:r>
        </a:p>
      </dgm:t>
    </dgm:pt>
    <dgm:pt modelId="{F34E9275-17C9-4FDD-8D1F-1C9BF24C0883}" type="parTrans" cxnId="{A970B615-196E-4042-B0F1-1F3F13AB4D41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675F0E0B-385F-4BE4-9755-D866B9DAD298}" type="sibTrans" cxnId="{A970B615-196E-4042-B0F1-1F3F13AB4D41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169E542F-0069-457D-A370-AAA73D826B4A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선행연구와의 차별성</a:t>
          </a:r>
        </a:p>
      </dgm:t>
    </dgm:pt>
    <dgm:pt modelId="{F2AB8EDA-AE41-43A0-9CBA-CBACF42E8CC4}" type="parTrans" cxnId="{1A873E95-6FFF-483C-B859-DC6806BC9EBC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47456F5E-DBCE-4C95-AF99-90EA35551252}" type="sibTrans" cxnId="{1A873E95-6FFF-483C-B859-DC6806BC9EBC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0468DFBC-70D4-4D2C-A686-D76547BA6D45}">
      <dgm:prSet custT="1"/>
      <dgm:spPr/>
      <dgm:t>
        <a:bodyPr/>
        <a:lstStyle/>
        <a:p>
          <a:pPr latinLnBrk="1"/>
          <a:r>
            <a:rPr lang="en-US" sz="900">
              <a:latin typeface="+mn-ea"/>
              <a:ea typeface="+mn-ea"/>
            </a:rPr>
            <a:t>Ⅲ. </a:t>
          </a:r>
          <a:r>
            <a:rPr lang="ko-KR" sz="900">
              <a:latin typeface="+mn-ea"/>
              <a:ea typeface="+mn-ea"/>
            </a:rPr>
            <a:t>연구 방법</a:t>
          </a:r>
        </a:p>
      </dgm:t>
    </dgm:pt>
    <dgm:pt modelId="{BE1ACBCD-37A4-4770-B875-45C0245E71A8}" type="parTrans" cxnId="{FF830AD5-409E-4D97-98E7-80575D33E720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134B4BB7-7BB7-4921-A364-3FD8AE2FA50E}" type="sibTrans" cxnId="{FF830AD5-409E-4D97-98E7-80575D33E720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00D20A25-BF22-45C2-9D73-4B96E0CDD679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법령 선정 및 요구사항 추출 기준</a:t>
          </a:r>
        </a:p>
      </dgm:t>
    </dgm:pt>
    <dgm:pt modelId="{0C489E03-F6F3-4214-A41E-F001A270B5D2}" type="parTrans" cxnId="{BC6E236A-9B82-445A-87A3-628ABEE37CA9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20201E72-0F31-4728-B5A1-6D1960BF30A3}" type="sibTrans" cxnId="{BC6E236A-9B82-445A-87A3-628ABEE37CA9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83F1CB8D-3F28-4D60-A78C-F824C0E77E39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단계별 분류 방법</a:t>
          </a:r>
        </a:p>
      </dgm:t>
    </dgm:pt>
    <dgm:pt modelId="{E0F7147A-4C7E-434B-BF78-4C73616C6411}" type="parTrans" cxnId="{C5D8D695-AC03-41FA-997C-6DC9767C2DA3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B26E7D5E-9E49-4050-A42F-C93DCB66D5EA}" type="sibTrans" cxnId="{C5D8D695-AC03-41FA-997C-6DC9767C2DA3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373D8E14-E404-459F-8AD1-7DB230286B16}">
      <dgm:prSet custT="1"/>
      <dgm:spPr/>
      <dgm:t>
        <a:bodyPr/>
        <a:lstStyle/>
        <a:p>
          <a:pPr latinLnBrk="1"/>
          <a:r>
            <a:rPr lang="ko-KR" altLang="en-US" sz="900" dirty="0">
              <a:latin typeface="+mn-ea"/>
              <a:ea typeface="+mn-ea"/>
            </a:rPr>
            <a:t>전문가 검증 방법</a:t>
          </a:r>
        </a:p>
      </dgm:t>
    </dgm:pt>
    <dgm:pt modelId="{CB478A9C-21CB-47F0-A305-1B0B5EBFB64D}" type="parTrans" cxnId="{3D2814B9-EBB1-4C5A-9719-413752718952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7125C31A-BFBA-41BF-B16A-B2927FE890B3}" type="sibTrans" cxnId="{3D2814B9-EBB1-4C5A-9719-413752718952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BFE8A65B-EB79-4212-9565-7A2F1A252FB0}">
      <dgm:prSet custT="1"/>
      <dgm:spPr/>
      <dgm:t>
        <a:bodyPr/>
        <a:lstStyle/>
        <a:p>
          <a:pPr latinLnBrk="1"/>
          <a:r>
            <a:rPr lang="en-US" sz="900">
              <a:latin typeface="+mn-ea"/>
              <a:ea typeface="+mn-ea"/>
            </a:rPr>
            <a:t>Ⅳ. </a:t>
          </a:r>
          <a:r>
            <a:rPr lang="ko-KR" sz="900">
              <a:latin typeface="+mn-ea"/>
              <a:ea typeface="+mn-ea"/>
            </a:rPr>
            <a:t>연구 결과</a:t>
          </a:r>
        </a:p>
      </dgm:t>
    </dgm:pt>
    <dgm:pt modelId="{D5CC3E4B-A2FD-4F07-AA35-F80AA802040E}" type="parTrans" cxnId="{200C74C4-73D8-47AB-B315-3195FD417E36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52502C67-5C0A-4AD8-8C45-0FFD5B227AC2}" type="sibTrans" cxnId="{200C74C4-73D8-47AB-B315-3195FD417E36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9B0F9F04-C399-4462-BAF2-17005ECA6DBA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법령 요구사항 분석</a:t>
          </a:r>
        </a:p>
      </dgm:t>
    </dgm:pt>
    <dgm:pt modelId="{9F80E0E5-F8C1-47A2-B33B-D383D4A02760}" type="parTrans" cxnId="{01FDA917-78B4-4842-8BD6-76FF79A1D4FA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B3B4AE83-8BB7-487D-A88F-05D12E9C0C26}" type="sibTrans" cxnId="{01FDA917-78B4-4842-8BD6-76FF79A1D4FA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4B7515A6-6F43-4962-A912-7AE3E4E3EA14}">
      <dgm:prSet custT="1"/>
      <dgm:spPr/>
      <dgm:t>
        <a:bodyPr/>
        <a:lstStyle/>
        <a:p>
          <a:pPr latinLnBrk="1"/>
          <a:r>
            <a:rPr lang="ko-KR" sz="900">
              <a:latin typeface="+mn-ea"/>
              <a:ea typeface="+mn-ea"/>
            </a:rPr>
            <a:t>공통</a:t>
          </a:r>
          <a:r>
            <a:rPr lang="en-US" sz="900">
              <a:latin typeface="+mn-ea"/>
              <a:ea typeface="+mn-ea"/>
            </a:rPr>
            <a:t>·</a:t>
          </a:r>
          <a:r>
            <a:rPr lang="ko-KR" sz="900">
              <a:latin typeface="+mn-ea"/>
              <a:ea typeface="+mn-ea"/>
            </a:rPr>
            <a:t>조건부 점검표</a:t>
          </a:r>
        </a:p>
      </dgm:t>
    </dgm:pt>
    <dgm:pt modelId="{AF99C5D9-5AB7-44E3-8BC5-15B73A4EB857}" type="parTrans" cxnId="{DCB0F94B-65F4-40ED-A7BD-7171E942DA32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74001B3B-83A6-462D-BE79-DD316095E795}" type="sibTrans" cxnId="{DCB0F94B-65F4-40ED-A7BD-7171E942DA32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B311E1EF-658B-4DA7-8CE7-93B3E65E7433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전문가 평가 및 수정 결과</a:t>
          </a:r>
        </a:p>
      </dgm:t>
    </dgm:pt>
    <dgm:pt modelId="{93AA2B97-F47E-4C9E-9B6C-283CFDF8EA14}" type="parTrans" cxnId="{AD88F4C5-4CD3-4372-9CC5-0380F6008A1E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9CB51CBB-1AC5-413D-9413-593B370D87DF}" type="sibTrans" cxnId="{AD88F4C5-4CD3-4372-9CC5-0380F6008A1E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36306046-D0FC-402E-8321-B75504AB2DDD}">
      <dgm:prSet custT="1"/>
      <dgm:spPr/>
      <dgm:t>
        <a:bodyPr/>
        <a:lstStyle/>
        <a:p>
          <a:pPr latinLnBrk="1"/>
          <a:r>
            <a:rPr lang="en-US" sz="900">
              <a:latin typeface="+mn-ea"/>
              <a:ea typeface="+mn-ea"/>
            </a:rPr>
            <a:t>Ⅴ. </a:t>
          </a:r>
          <a:r>
            <a:rPr lang="ko-KR" sz="900">
              <a:latin typeface="+mn-ea"/>
              <a:ea typeface="+mn-ea"/>
            </a:rPr>
            <a:t>논의 및 결론</a:t>
          </a:r>
        </a:p>
      </dgm:t>
    </dgm:pt>
    <dgm:pt modelId="{6AD69588-4467-4639-80A0-857B153DEFEC}" type="parTrans" cxnId="{5CDED43E-A54F-48DC-A8C7-01C87E3ED740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3913687F-EDE4-4A0D-9A5C-B3636E2CA5C5}" type="sibTrans" cxnId="{5CDED43E-A54F-48DC-A8C7-01C87E3ED740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1253002B-B690-4874-AEF8-F70FBF714F97}">
      <dgm:prSet custT="1"/>
      <dgm:spPr/>
      <dgm:t>
        <a:bodyPr/>
        <a:lstStyle/>
        <a:p>
          <a:pPr latinLnBrk="1"/>
          <a:r>
            <a:rPr lang="ko-KR" sz="900">
              <a:latin typeface="+mn-ea"/>
              <a:ea typeface="+mn-ea"/>
            </a:rPr>
            <a:t>학술적</a:t>
          </a:r>
          <a:r>
            <a:rPr lang="en-US" sz="900">
              <a:latin typeface="+mn-ea"/>
              <a:ea typeface="+mn-ea"/>
            </a:rPr>
            <a:t>·</a:t>
          </a:r>
          <a:r>
            <a:rPr lang="ko-KR" sz="900">
              <a:latin typeface="+mn-ea"/>
              <a:ea typeface="+mn-ea"/>
            </a:rPr>
            <a:t>실무적 의의</a:t>
          </a:r>
        </a:p>
      </dgm:t>
    </dgm:pt>
    <dgm:pt modelId="{9708D2A9-46A1-4975-BCC9-C376AC09E04D}" type="parTrans" cxnId="{6B2A0610-0420-4F5C-8A8D-01CAA85AD133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60F079FA-2950-41D2-9A2D-CE79FDB92B39}" type="sibTrans" cxnId="{6B2A0610-0420-4F5C-8A8D-01CAA85AD133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BC44CFA4-6FFB-483D-89A8-AEEE04A8879E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적용상 한계와 법령 변경 대응</a:t>
          </a:r>
        </a:p>
      </dgm:t>
    </dgm:pt>
    <dgm:pt modelId="{7693FCD2-EA6C-438A-ABB3-C6EAA0F723F0}" type="parTrans" cxnId="{EDD39425-9EC0-4AD9-9651-A44863EBC624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71186B99-EEDF-46AA-8329-94B4637E06FA}" type="sibTrans" cxnId="{EDD39425-9EC0-4AD9-9651-A44863EBC624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12EB48C7-2C86-4A7D-8116-25D669E36D1A}">
      <dgm:prSet custT="1"/>
      <dgm:spPr/>
      <dgm:t>
        <a:bodyPr/>
        <a:lstStyle/>
        <a:p>
          <a:pPr latinLnBrk="1"/>
          <a:r>
            <a:rPr lang="ko-KR" altLang="en-US" sz="900">
              <a:latin typeface="+mn-ea"/>
              <a:ea typeface="+mn-ea"/>
            </a:rPr>
            <a:t>후속 연구 방향</a:t>
          </a:r>
        </a:p>
      </dgm:t>
    </dgm:pt>
    <dgm:pt modelId="{CEA8386D-8463-4E92-BF11-0C823324FF1B}" type="parTrans" cxnId="{E5A5F83E-FCF8-4A0B-807E-0029D859616F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14F268F0-B223-4934-B9F1-5E147DC960F4}" type="sibTrans" cxnId="{E5A5F83E-FCF8-4A0B-807E-0029D859616F}">
      <dgm:prSet/>
      <dgm:spPr/>
      <dgm:t>
        <a:bodyPr/>
        <a:lstStyle/>
        <a:p>
          <a:pPr latinLnBrk="1"/>
          <a:endParaRPr lang="ko-KR" altLang="en-US" sz="900">
            <a:latin typeface="+mn-ea"/>
            <a:ea typeface="+mn-ea"/>
          </a:endParaRPr>
        </a:p>
      </dgm:t>
    </dgm:pt>
    <dgm:pt modelId="{FF1484D4-1A97-4118-BED3-5107C78B56FD}" type="pres">
      <dgm:prSet presAssocID="{1E274142-3064-4C50-9709-DA1ADD175394}" presName="Name0" presStyleCnt="0">
        <dgm:presLayoutVars>
          <dgm:dir/>
          <dgm:animLvl val="lvl"/>
          <dgm:resizeHandles val="exact"/>
        </dgm:presLayoutVars>
      </dgm:prSet>
      <dgm:spPr/>
    </dgm:pt>
    <dgm:pt modelId="{EAC152E5-9361-4F6D-9769-88CBCDFCCC1D}" type="pres">
      <dgm:prSet presAssocID="{08DE36F4-26B3-4C73-83FF-BD3E144B4D74}" presName="compositeNode" presStyleCnt="0">
        <dgm:presLayoutVars>
          <dgm:bulletEnabled val="1"/>
        </dgm:presLayoutVars>
      </dgm:prSet>
      <dgm:spPr/>
    </dgm:pt>
    <dgm:pt modelId="{8C98697A-74E6-466D-BF0D-E7351FA047F5}" type="pres">
      <dgm:prSet presAssocID="{08DE36F4-26B3-4C73-83FF-BD3E144B4D74}" presName="bgRect" presStyleLbl="node1" presStyleIdx="0" presStyleCnt="5"/>
      <dgm:spPr/>
    </dgm:pt>
    <dgm:pt modelId="{85276755-E3D6-443D-92AB-4C08F7647AFC}" type="pres">
      <dgm:prSet presAssocID="{08DE36F4-26B3-4C73-83FF-BD3E144B4D74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A894AE1F-6094-4192-8AA4-0090C624EFFB}" type="pres">
      <dgm:prSet presAssocID="{08DE36F4-26B3-4C73-83FF-BD3E144B4D74}" presName="childNode" presStyleLbl="node1" presStyleIdx="0" presStyleCnt="5">
        <dgm:presLayoutVars>
          <dgm:bulletEnabled val="1"/>
        </dgm:presLayoutVars>
      </dgm:prSet>
      <dgm:spPr/>
    </dgm:pt>
    <dgm:pt modelId="{078DAC7D-FE3F-4899-AC80-CEBB2F817D4E}" type="pres">
      <dgm:prSet presAssocID="{A88868B7-ABC5-4D89-ABEF-E3786BB5B3E5}" presName="hSp" presStyleCnt="0"/>
      <dgm:spPr/>
    </dgm:pt>
    <dgm:pt modelId="{872E693A-10C4-4063-93A6-69CBD36E92E3}" type="pres">
      <dgm:prSet presAssocID="{A88868B7-ABC5-4D89-ABEF-E3786BB5B3E5}" presName="vProcSp" presStyleCnt="0"/>
      <dgm:spPr/>
    </dgm:pt>
    <dgm:pt modelId="{E71D989F-C898-44B7-9EC5-0FE580613D47}" type="pres">
      <dgm:prSet presAssocID="{A88868B7-ABC5-4D89-ABEF-E3786BB5B3E5}" presName="vSp1" presStyleCnt="0"/>
      <dgm:spPr/>
    </dgm:pt>
    <dgm:pt modelId="{830B9822-72BC-4F71-97DC-E7EE27EDB3D7}" type="pres">
      <dgm:prSet presAssocID="{A88868B7-ABC5-4D89-ABEF-E3786BB5B3E5}" presName="simulatedConn" presStyleLbl="solidFgAcc1" presStyleIdx="0" presStyleCnt="4"/>
      <dgm:spPr/>
    </dgm:pt>
    <dgm:pt modelId="{38DA0384-84C4-453B-9D3A-930EA6BEA72D}" type="pres">
      <dgm:prSet presAssocID="{A88868B7-ABC5-4D89-ABEF-E3786BB5B3E5}" presName="vSp2" presStyleCnt="0"/>
      <dgm:spPr/>
    </dgm:pt>
    <dgm:pt modelId="{4A888563-BB7A-4D63-8B7F-862AA8AD5987}" type="pres">
      <dgm:prSet presAssocID="{A88868B7-ABC5-4D89-ABEF-E3786BB5B3E5}" presName="sibTrans" presStyleCnt="0"/>
      <dgm:spPr/>
    </dgm:pt>
    <dgm:pt modelId="{1569BDAA-6761-4917-817D-A951ECF0E632}" type="pres">
      <dgm:prSet presAssocID="{FD69F135-81B5-4137-9EB0-9DA51C39F08F}" presName="compositeNode" presStyleCnt="0">
        <dgm:presLayoutVars>
          <dgm:bulletEnabled val="1"/>
        </dgm:presLayoutVars>
      </dgm:prSet>
      <dgm:spPr/>
    </dgm:pt>
    <dgm:pt modelId="{AE1E9829-6A45-4566-865F-CEDFBDBC0BEB}" type="pres">
      <dgm:prSet presAssocID="{FD69F135-81B5-4137-9EB0-9DA51C39F08F}" presName="bgRect" presStyleLbl="node1" presStyleIdx="1" presStyleCnt="5"/>
      <dgm:spPr/>
    </dgm:pt>
    <dgm:pt modelId="{4A511645-3F77-4A9C-916D-A6491AA9AD90}" type="pres">
      <dgm:prSet presAssocID="{FD69F135-81B5-4137-9EB0-9DA51C39F08F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71C56171-8C42-4FD7-9FC4-2CD23FD39DA1}" type="pres">
      <dgm:prSet presAssocID="{FD69F135-81B5-4137-9EB0-9DA51C39F08F}" presName="childNode" presStyleLbl="node1" presStyleIdx="1" presStyleCnt="5">
        <dgm:presLayoutVars>
          <dgm:bulletEnabled val="1"/>
        </dgm:presLayoutVars>
      </dgm:prSet>
      <dgm:spPr/>
    </dgm:pt>
    <dgm:pt modelId="{66852F62-C653-4CFA-ADF6-B4B10802E474}" type="pres">
      <dgm:prSet presAssocID="{782FC44F-66B9-4B5C-950C-293F29C2FA60}" presName="hSp" presStyleCnt="0"/>
      <dgm:spPr/>
    </dgm:pt>
    <dgm:pt modelId="{E89AC276-36F7-40AB-A794-798A5CD3F3FA}" type="pres">
      <dgm:prSet presAssocID="{782FC44F-66B9-4B5C-950C-293F29C2FA60}" presName="vProcSp" presStyleCnt="0"/>
      <dgm:spPr/>
    </dgm:pt>
    <dgm:pt modelId="{9CE96336-593D-4A9A-9F39-F58E11CB3BA3}" type="pres">
      <dgm:prSet presAssocID="{782FC44F-66B9-4B5C-950C-293F29C2FA60}" presName="vSp1" presStyleCnt="0"/>
      <dgm:spPr/>
    </dgm:pt>
    <dgm:pt modelId="{EDAD85F3-9BFA-4300-971F-1FF0F38E90ED}" type="pres">
      <dgm:prSet presAssocID="{782FC44F-66B9-4B5C-950C-293F29C2FA60}" presName="simulatedConn" presStyleLbl="solidFgAcc1" presStyleIdx="1" presStyleCnt="4"/>
      <dgm:spPr/>
    </dgm:pt>
    <dgm:pt modelId="{70CE6D16-D0A8-4890-9E64-38BDFE75EE4F}" type="pres">
      <dgm:prSet presAssocID="{782FC44F-66B9-4B5C-950C-293F29C2FA60}" presName="vSp2" presStyleCnt="0"/>
      <dgm:spPr/>
    </dgm:pt>
    <dgm:pt modelId="{A7E40E9D-1965-40AC-BDE1-B614C951DDAD}" type="pres">
      <dgm:prSet presAssocID="{782FC44F-66B9-4B5C-950C-293F29C2FA60}" presName="sibTrans" presStyleCnt="0"/>
      <dgm:spPr/>
    </dgm:pt>
    <dgm:pt modelId="{1326CDB1-5FB3-48D3-AC8C-716F2C5E13FA}" type="pres">
      <dgm:prSet presAssocID="{0468DFBC-70D4-4D2C-A686-D76547BA6D45}" presName="compositeNode" presStyleCnt="0">
        <dgm:presLayoutVars>
          <dgm:bulletEnabled val="1"/>
        </dgm:presLayoutVars>
      </dgm:prSet>
      <dgm:spPr/>
    </dgm:pt>
    <dgm:pt modelId="{E047E71B-E528-4A24-B81B-75C502517FBF}" type="pres">
      <dgm:prSet presAssocID="{0468DFBC-70D4-4D2C-A686-D76547BA6D45}" presName="bgRect" presStyleLbl="node1" presStyleIdx="2" presStyleCnt="5"/>
      <dgm:spPr/>
    </dgm:pt>
    <dgm:pt modelId="{8D1B55E6-CF6D-4238-AA35-55A4A841FC5E}" type="pres">
      <dgm:prSet presAssocID="{0468DFBC-70D4-4D2C-A686-D76547BA6D45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E7019CE3-8764-4A33-8A53-5B70AB341B57}" type="pres">
      <dgm:prSet presAssocID="{0468DFBC-70D4-4D2C-A686-D76547BA6D45}" presName="childNode" presStyleLbl="node1" presStyleIdx="2" presStyleCnt="5">
        <dgm:presLayoutVars>
          <dgm:bulletEnabled val="1"/>
        </dgm:presLayoutVars>
      </dgm:prSet>
      <dgm:spPr/>
    </dgm:pt>
    <dgm:pt modelId="{DEDF48CB-0F17-4103-85F5-7ABAE3577E7C}" type="pres">
      <dgm:prSet presAssocID="{134B4BB7-7BB7-4921-A364-3FD8AE2FA50E}" presName="hSp" presStyleCnt="0"/>
      <dgm:spPr/>
    </dgm:pt>
    <dgm:pt modelId="{89BD9A53-826D-41B6-B6EC-99F21D2077FB}" type="pres">
      <dgm:prSet presAssocID="{134B4BB7-7BB7-4921-A364-3FD8AE2FA50E}" presName="vProcSp" presStyleCnt="0"/>
      <dgm:spPr/>
    </dgm:pt>
    <dgm:pt modelId="{CC03E7F8-071E-41C2-8332-D5D39328DDF8}" type="pres">
      <dgm:prSet presAssocID="{134B4BB7-7BB7-4921-A364-3FD8AE2FA50E}" presName="vSp1" presStyleCnt="0"/>
      <dgm:spPr/>
    </dgm:pt>
    <dgm:pt modelId="{CA11F1A9-764F-4DA7-BFA9-58453270DABF}" type="pres">
      <dgm:prSet presAssocID="{134B4BB7-7BB7-4921-A364-3FD8AE2FA50E}" presName="simulatedConn" presStyleLbl="solidFgAcc1" presStyleIdx="2" presStyleCnt="4"/>
      <dgm:spPr/>
    </dgm:pt>
    <dgm:pt modelId="{CA683532-B112-4F87-894C-C1775A66095F}" type="pres">
      <dgm:prSet presAssocID="{134B4BB7-7BB7-4921-A364-3FD8AE2FA50E}" presName="vSp2" presStyleCnt="0"/>
      <dgm:spPr/>
    </dgm:pt>
    <dgm:pt modelId="{3C88F43C-CD78-4551-A60F-654B4829DC40}" type="pres">
      <dgm:prSet presAssocID="{134B4BB7-7BB7-4921-A364-3FD8AE2FA50E}" presName="sibTrans" presStyleCnt="0"/>
      <dgm:spPr/>
    </dgm:pt>
    <dgm:pt modelId="{5525F0E7-F1BB-49E9-87FC-75C8B79FC15C}" type="pres">
      <dgm:prSet presAssocID="{BFE8A65B-EB79-4212-9565-7A2F1A252FB0}" presName="compositeNode" presStyleCnt="0">
        <dgm:presLayoutVars>
          <dgm:bulletEnabled val="1"/>
        </dgm:presLayoutVars>
      </dgm:prSet>
      <dgm:spPr/>
    </dgm:pt>
    <dgm:pt modelId="{0CD4E1E6-FE02-4340-868C-71AD3913F8BB}" type="pres">
      <dgm:prSet presAssocID="{BFE8A65B-EB79-4212-9565-7A2F1A252FB0}" presName="bgRect" presStyleLbl="node1" presStyleIdx="3" presStyleCnt="5"/>
      <dgm:spPr/>
    </dgm:pt>
    <dgm:pt modelId="{714687E8-5880-4F6C-AF30-F72546B5B11D}" type="pres">
      <dgm:prSet presAssocID="{BFE8A65B-EB79-4212-9565-7A2F1A252FB0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F690922A-96F1-4B2A-AF5C-F99A37C1A464}" type="pres">
      <dgm:prSet presAssocID="{BFE8A65B-EB79-4212-9565-7A2F1A252FB0}" presName="childNode" presStyleLbl="node1" presStyleIdx="3" presStyleCnt="5">
        <dgm:presLayoutVars>
          <dgm:bulletEnabled val="1"/>
        </dgm:presLayoutVars>
      </dgm:prSet>
      <dgm:spPr/>
    </dgm:pt>
    <dgm:pt modelId="{B64922F2-174F-413E-8FD0-ACEAF81E6009}" type="pres">
      <dgm:prSet presAssocID="{52502C67-5C0A-4AD8-8C45-0FFD5B227AC2}" presName="hSp" presStyleCnt="0"/>
      <dgm:spPr/>
    </dgm:pt>
    <dgm:pt modelId="{184A1F52-F37E-4586-913C-74DF69BF9309}" type="pres">
      <dgm:prSet presAssocID="{52502C67-5C0A-4AD8-8C45-0FFD5B227AC2}" presName="vProcSp" presStyleCnt="0"/>
      <dgm:spPr/>
    </dgm:pt>
    <dgm:pt modelId="{BDC10168-D6C0-4646-9394-B7E42A465E2F}" type="pres">
      <dgm:prSet presAssocID="{52502C67-5C0A-4AD8-8C45-0FFD5B227AC2}" presName="vSp1" presStyleCnt="0"/>
      <dgm:spPr/>
    </dgm:pt>
    <dgm:pt modelId="{CAF8A3AE-AC05-40A5-908E-F2DFA9565040}" type="pres">
      <dgm:prSet presAssocID="{52502C67-5C0A-4AD8-8C45-0FFD5B227AC2}" presName="simulatedConn" presStyleLbl="solidFgAcc1" presStyleIdx="3" presStyleCnt="4"/>
      <dgm:spPr/>
    </dgm:pt>
    <dgm:pt modelId="{FCFFC2A1-475D-44C1-93D9-CE905849531F}" type="pres">
      <dgm:prSet presAssocID="{52502C67-5C0A-4AD8-8C45-0FFD5B227AC2}" presName="vSp2" presStyleCnt="0"/>
      <dgm:spPr/>
    </dgm:pt>
    <dgm:pt modelId="{E534704F-A123-4BAD-8C31-EADDF709A13B}" type="pres">
      <dgm:prSet presAssocID="{52502C67-5C0A-4AD8-8C45-0FFD5B227AC2}" presName="sibTrans" presStyleCnt="0"/>
      <dgm:spPr/>
    </dgm:pt>
    <dgm:pt modelId="{332ECC5E-667E-4C10-A526-7732EDBF8FA0}" type="pres">
      <dgm:prSet presAssocID="{36306046-D0FC-402E-8321-B75504AB2DDD}" presName="compositeNode" presStyleCnt="0">
        <dgm:presLayoutVars>
          <dgm:bulletEnabled val="1"/>
        </dgm:presLayoutVars>
      </dgm:prSet>
      <dgm:spPr/>
    </dgm:pt>
    <dgm:pt modelId="{954074C1-33E6-4051-A69F-BD05D2BC3503}" type="pres">
      <dgm:prSet presAssocID="{36306046-D0FC-402E-8321-B75504AB2DDD}" presName="bgRect" presStyleLbl="node1" presStyleIdx="4" presStyleCnt="5"/>
      <dgm:spPr/>
    </dgm:pt>
    <dgm:pt modelId="{97ED8175-F794-49B3-8F1E-30FFA6544011}" type="pres">
      <dgm:prSet presAssocID="{36306046-D0FC-402E-8321-B75504AB2DDD}" presName="parentNode" presStyleLbl="node1" presStyleIdx="4" presStyleCnt="5">
        <dgm:presLayoutVars>
          <dgm:chMax val="0"/>
          <dgm:bulletEnabled val="1"/>
        </dgm:presLayoutVars>
      </dgm:prSet>
      <dgm:spPr/>
    </dgm:pt>
    <dgm:pt modelId="{57DBBFA7-C349-4307-96F7-51EF15066B50}" type="pres">
      <dgm:prSet presAssocID="{36306046-D0FC-402E-8321-B75504AB2DDD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1A7D5807-B919-46CA-BC27-83C0F738AE93}" srcId="{08DE36F4-26B3-4C73-83FF-BD3E144B4D74}" destId="{DC408260-42E5-407B-8644-76E4227702DA}" srcOrd="1" destOrd="0" parTransId="{AB612AF5-705A-4D90-BE4D-AC1883638962}" sibTransId="{EA6F82EF-A6CB-4948-A755-41455750D3F9}"/>
    <dgm:cxn modelId="{B7FCB50D-F449-4AA8-8C68-8806F9A535AC}" type="presOf" srcId="{BFE8A65B-EB79-4212-9565-7A2F1A252FB0}" destId="{0CD4E1E6-FE02-4340-868C-71AD3913F8BB}" srcOrd="0" destOrd="0" presId="urn:microsoft.com/office/officeart/2005/8/layout/hProcess7"/>
    <dgm:cxn modelId="{C20DF90E-0EE8-4ABF-A7B0-4FEF8B64B3D8}" type="presOf" srcId="{C1930A12-1A3E-42F6-9528-4558EF0EC430}" destId="{71C56171-8C42-4FD7-9FC4-2CD23FD39DA1}" srcOrd="0" destOrd="1" presId="urn:microsoft.com/office/officeart/2005/8/layout/hProcess7"/>
    <dgm:cxn modelId="{6B2A0610-0420-4F5C-8A8D-01CAA85AD133}" srcId="{36306046-D0FC-402E-8321-B75504AB2DDD}" destId="{1253002B-B690-4874-AEF8-F70FBF714F97}" srcOrd="0" destOrd="0" parTransId="{9708D2A9-46A1-4975-BCC9-C376AC09E04D}" sibTransId="{60F079FA-2950-41D2-9A2D-CE79FDB92B39}"/>
    <dgm:cxn modelId="{A970B615-196E-4042-B0F1-1F3F13AB4D41}" srcId="{FD69F135-81B5-4137-9EB0-9DA51C39F08F}" destId="{C1930A12-1A3E-42F6-9528-4558EF0EC430}" srcOrd="1" destOrd="0" parTransId="{F34E9275-17C9-4FDD-8D1F-1C9BF24C0883}" sibTransId="{675F0E0B-385F-4BE4-9755-D866B9DAD298}"/>
    <dgm:cxn modelId="{D7B64D16-0E7D-4794-B916-CD854546CA99}" type="presOf" srcId="{12EB48C7-2C86-4A7D-8116-25D669E36D1A}" destId="{57DBBFA7-C349-4307-96F7-51EF15066B50}" srcOrd="0" destOrd="2" presId="urn:microsoft.com/office/officeart/2005/8/layout/hProcess7"/>
    <dgm:cxn modelId="{01FDA917-78B4-4842-8BD6-76FF79A1D4FA}" srcId="{BFE8A65B-EB79-4212-9565-7A2F1A252FB0}" destId="{9B0F9F04-C399-4462-BAF2-17005ECA6DBA}" srcOrd="0" destOrd="0" parTransId="{9F80E0E5-F8C1-47A2-B33B-D383D4A02760}" sibTransId="{B3B4AE83-8BB7-487D-A88F-05D12E9C0C26}"/>
    <dgm:cxn modelId="{EDD39425-9EC0-4AD9-9651-A44863EBC624}" srcId="{36306046-D0FC-402E-8321-B75504AB2DDD}" destId="{BC44CFA4-6FFB-483D-89A8-AEEE04A8879E}" srcOrd="1" destOrd="0" parTransId="{7693FCD2-EA6C-438A-ABB3-C6EAA0F723F0}" sibTransId="{71186B99-EEDF-46AA-8329-94B4637E06FA}"/>
    <dgm:cxn modelId="{A0636828-AA9C-4CEA-B9AA-99B66F448014}" srcId="{1E274142-3064-4C50-9709-DA1ADD175394}" destId="{08DE36F4-26B3-4C73-83FF-BD3E144B4D74}" srcOrd="0" destOrd="0" parTransId="{333CE1E8-A379-4445-8B58-B4FDF753E226}" sibTransId="{A88868B7-ABC5-4D89-ABEF-E3786BB5B3E5}"/>
    <dgm:cxn modelId="{A99BF930-920E-427C-B2B6-56F16BD435BA}" type="presOf" srcId="{08DE36F4-26B3-4C73-83FF-BD3E144B4D74}" destId="{85276755-E3D6-443D-92AB-4C08F7647AFC}" srcOrd="1" destOrd="0" presId="urn:microsoft.com/office/officeart/2005/8/layout/hProcess7"/>
    <dgm:cxn modelId="{4C354937-B0BB-454A-A32A-4449CCE08796}" type="presOf" srcId="{08DE36F4-26B3-4C73-83FF-BD3E144B4D74}" destId="{8C98697A-74E6-466D-BF0D-E7351FA047F5}" srcOrd="0" destOrd="0" presId="urn:microsoft.com/office/officeart/2005/8/layout/hProcess7"/>
    <dgm:cxn modelId="{5CDED43E-A54F-48DC-A8C7-01C87E3ED740}" srcId="{1E274142-3064-4C50-9709-DA1ADD175394}" destId="{36306046-D0FC-402E-8321-B75504AB2DDD}" srcOrd="4" destOrd="0" parTransId="{6AD69588-4467-4639-80A0-857B153DEFEC}" sibTransId="{3913687F-EDE4-4A0D-9A5C-B3636E2CA5C5}"/>
    <dgm:cxn modelId="{E5A5F83E-FCF8-4A0B-807E-0029D859616F}" srcId="{36306046-D0FC-402E-8321-B75504AB2DDD}" destId="{12EB48C7-2C86-4A7D-8116-25D669E36D1A}" srcOrd="2" destOrd="0" parTransId="{CEA8386D-8463-4E92-BF11-0C823324FF1B}" sibTransId="{14F268F0-B223-4934-B9F1-5E147DC960F4}"/>
    <dgm:cxn modelId="{3B73F941-B5D8-4BA6-9EB1-146CA1F1E243}" type="presOf" srcId="{36306046-D0FC-402E-8321-B75504AB2DDD}" destId="{97ED8175-F794-49B3-8F1E-30FFA6544011}" srcOrd="1" destOrd="0" presId="urn:microsoft.com/office/officeart/2005/8/layout/hProcess7"/>
    <dgm:cxn modelId="{DE203049-2BE6-4066-9910-DD9E01720FB5}" type="presOf" srcId="{36306046-D0FC-402E-8321-B75504AB2DDD}" destId="{954074C1-33E6-4051-A69F-BD05D2BC3503}" srcOrd="0" destOrd="0" presId="urn:microsoft.com/office/officeart/2005/8/layout/hProcess7"/>
    <dgm:cxn modelId="{1A4FF269-F6C4-4B17-A316-C2B073E53D2E}" srcId="{08DE36F4-26B3-4C73-83FF-BD3E144B4D74}" destId="{ABA5A5E5-1520-4F9B-86D6-111B052AB31F}" srcOrd="0" destOrd="0" parTransId="{2A4A19D5-EB08-4CAF-B4FC-96E0A3F5A2D3}" sibTransId="{A6BC03E8-1C57-444F-80A2-412E086E58A0}"/>
    <dgm:cxn modelId="{BC6E236A-9B82-445A-87A3-628ABEE37CA9}" srcId="{0468DFBC-70D4-4D2C-A686-D76547BA6D45}" destId="{00D20A25-BF22-45C2-9D73-4B96E0CDD679}" srcOrd="0" destOrd="0" parTransId="{0C489E03-F6F3-4214-A41E-F001A270B5D2}" sibTransId="{20201E72-0F31-4728-B5A1-6D1960BF30A3}"/>
    <dgm:cxn modelId="{DCB0F94B-65F4-40ED-A7BD-7171E942DA32}" srcId="{BFE8A65B-EB79-4212-9565-7A2F1A252FB0}" destId="{4B7515A6-6F43-4962-A912-7AE3E4E3EA14}" srcOrd="1" destOrd="0" parTransId="{AF99C5D9-5AB7-44E3-8BC5-15B73A4EB857}" sibTransId="{74001B3B-83A6-462D-BE79-DD316095E795}"/>
    <dgm:cxn modelId="{58453D6C-B22B-4EBB-B5B8-251B1CC96F60}" srcId="{1E274142-3064-4C50-9709-DA1ADD175394}" destId="{FD69F135-81B5-4137-9EB0-9DA51C39F08F}" srcOrd="1" destOrd="0" parTransId="{2E07655B-3DA3-45AB-A716-EE4B4F64B20C}" sibTransId="{782FC44F-66B9-4B5C-950C-293F29C2FA60}"/>
    <dgm:cxn modelId="{2E94FF6C-2B53-4182-9C50-37FF0006BB87}" type="presOf" srcId="{BC44CFA4-6FFB-483D-89A8-AEEE04A8879E}" destId="{57DBBFA7-C349-4307-96F7-51EF15066B50}" srcOrd="0" destOrd="1" presId="urn:microsoft.com/office/officeart/2005/8/layout/hProcess7"/>
    <dgm:cxn modelId="{1641136E-EB8A-4B79-BEBD-A8DC76C2BA2A}" type="presOf" srcId="{1253002B-B690-4874-AEF8-F70FBF714F97}" destId="{57DBBFA7-C349-4307-96F7-51EF15066B50}" srcOrd="0" destOrd="0" presId="urn:microsoft.com/office/officeart/2005/8/layout/hProcess7"/>
    <dgm:cxn modelId="{2ED7634E-291C-46D1-A9FA-060FFC96A3EE}" type="presOf" srcId="{DC408260-42E5-407B-8644-76E4227702DA}" destId="{A894AE1F-6094-4192-8AA4-0090C624EFFB}" srcOrd="0" destOrd="1" presId="urn:microsoft.com/office/officeart/2005/8/layout/hProcess7"/>
    <dgm:cxn modelId="{F06D2172-92E5-441F-A9A0-F2770D3E470E}" type="presOf" srcId="{FD69F135-81B5-4137-9EB0-9DA51C39F08F}" destId="{4A511645-3F77-4A9C-916D-A6491AA9AD90}" srcOrd="1" destOrd="0" presId="urn:microsoft.com/office/officeart/2005/8/layout/hProcess7"/>
    <dgm:cxn modelId="{EAC28553-22F1-4C3D-8825-86498385C925}" type="presOf" srcId="{169E542F-0069-457D-A370-AAA73D826B4A}" destId="{71C56171-8C42-4FD7-9FC4-2CD23FD39DA1}" srcOrd="0" destOrd="2" presId="urn:microsoft.com/office/officeart/2005/8/layout/hProcess7"/>
    <dgm:cxn modelId="{D8992159-E827-47F4-9346-5977B1D26E24}" type="presOf" srcId="{00D20A25-BF22-45C2-9D73-4B96E0CDD679}" destId="{E7019CE3-8764-4A33-8A53-5B70AB341B57}" srcOrd="0" destOrd="0" presId="urn:microsoft.com/office/officeart/2005/8/layout/hProcess7"/>
    <dgm:cxn modelId="{B580F390-8D5B-4085-A770-0C2BA66BC99C}" type="presOf" srcId="{B311E1EF-658B-4DA7-8CE7-93B3E65E7433}" destId="{F690922A-96F1-4B2A-AF5C-F99A37C1A464}" srcOrd="0" destOrd="2" presId="urn:microsoft.com/office/officeart/2005/8/layout/hProcess7"/>
    <dgm:cxn modelId="{1A873E95-6FFF-483C-B859-DC6806BC9EBC}" srcId="{FD69F135-81B5-4137-9EB0-9DA51C39F08F}" destId="{169E542F-0069-457D-A370-AAA73D826B4A}" srcOrd="2" destOrd="0" parTransId="{F2AB8EDA-AE41-43A0-9CBA-CBACF42E8CC4}" sibTransId="{47456F5E-DBCE-4C95-AF99-90EA35551252}"/>
    <dgm:cxn modelId="{C5D8D695-AC03-41FA-997C-6DC9767C2DA3}" srcId="{0468DFBC-70D4-4D2C-A686-D76547BA6D45}" destId="{83F1CB8D-3F28-4D60-A78C-F824C0E77E39}" srcOrd="1" destOrd="0" parTransId="{E0F7147A-4C7E-434B-BF78-4C73616C6411}" sibTransId="{B26E7D5E-9E49-4050-A42F-C93DCB66D5EA}"/>
    <dgm:cxn modelId="{22558A97-FB2A-415A-8FE2-E02FB3662F8F}" srcId="{FD69F135-81B5-4137-9EB0-9DA51C39F08F}" destId="{A795D3C0-7A44-425E-93B6-ECF4F321F5B5}" srcOrd="0" destOrd="0" parTransId="{FCF4117D-95BC-4DE3-8C0E-08360953F1BF}" sibTransId="{6E4B509F-FDF7-4FA9-A1CF-E4D89E4366C5}"/>
    <dgm:cxn modelId="{5713D397-1EFC-4EF6-B3E5-6F9D99B69490}" type="presOf" srcId="{1E274142-3064-4C50-9709-DA1ADD175394}" destId="{FF1484D4-1A97-4118-BED3-5107C78B56FD}" srcOrd="0" destOrd="0" presId="urn:microsoft.com/office/officeart/2005/8/layout/hProcess7"/>
    <dgm:cxn modelId="{A09280AD-5A1F-4F00-9BBB-8B9FC4A80181}" type="presOf" srcId="{0468DFBC-70D4-4D2C-A686-D76547BA6D45}" destId="{8D1B55E6-CF6D-4238-AA35-55A4A841FC5E}" srcOrd="1" destOrd="0" presId="urn:microsoft.com/office/officeart/2005/8/layout/hProcess7"/>
    <dgm:cxn modelId="{68AF69B2-B250-4F0F-BB92-66D4B49A1A9E}" type="presOf" srcId="{ABA5A5E5-1520-4F9B-86D6-111B052AB31F}" destId="{A894AE1F-6094-4192-8AA4-0090C624EFFB}" srcOrd="0" destOrd="0" presId="urn:microsoft.com/office/officeart/2005/8/layout/hProcess7"/>
    <dgm:cxn modelId="{3D2814B9-EBB1-4C5A-9719-413752718952}" srcId="{0468DFBC-70D4-4D2C-A686-D76547BA6D45}" destId="{373D8E14-E404-459F-8AD1-7DB230286B16}" srcOrd="2" destOrd="0" parTransId="{CB478A9C-21CB-47F0-A305-1B0B5EBFB64D}" sibTransId="{7125C31A-BFBA-41BF-B16A-B2927FE890B3}"/>
    <dgm:cxn modelId="{24FE3DB9-D6FB-41AC-A7E0-296BAF88B2B1}" type="presOf" srcId="{373D8E14-E404-459F-8AD1-7DB230286B16}" destId="{E7019CE3-8764-4A33-8A53-5B70AB341B57}" srcOrd="0" destOrd="2" presId="urn:microsoft.com/office/officeart/2005/8/layout/hProcess7"/>
    <dgm:cxn modelId="{C987ABC0-1BDD-46FB-A271-4EF9A0BF4FDB}" type="presOf" srcId="{A795D3C0-7A44-425E-93B6-ECF4F321F5B5}" destId="{71C56171-8C42-4FD7-9FC4-2CD23FD39DA1}" srcOrd="0" destOrd="0" presId="urn:microsoft.com/office/officeart/2005/8/layout/hProcess7"/>
    <dgm:cxn modelId="{200C74C4-73D8-47AB-B315-3195FD417E36}" srcId="{1E274142-3064-4C50-9709-DA1ADD175394}" destId="{BFE8A65B-EB79-4212-9565-7A2F1A252FB0}" srcOrd="3" destOrd="0" parTransId="{D5CC3E4B-A2FD-4F07-AA35-F80AA802040E}" sibTransId="{52502C67-5C0A-4AD8-8C45-0FFD5B227AC2}"/>
    <dgm:cxn modelId="{AD88F4C5-4CD3-4372-9CC5-0380F6008A1E}" srcId="{BFE8A65B-EB79-4212-9565-7A2F1A252FB0}" destId="{B311E1EF-658B-4DA7-8CE7-93B3E65E7433}" srcOrd="2" destOrd="0" parTransId="{93AA2B97-F47E-4C9E-9B6C-283CFDF8EA14}" sibTransId="{9CB51CBB-1AC5-413D-9413-593B370D87DF}"/>
    <dgm:cxn modelId="{4D730BCB-29A0-43D6-8B68-EEA164B894CC}" type="presOf" srcId="{BFE8A65B-EB79-4212-9565-7A2F1A252FB0}" destId="{714687E8-5880-4F6C-AF30-F72546B5B11D}" srcOrd="1" destOrd="0" presId="urn:microsoft.com/office/officeart/2005/8/layout/hProcess7"/>
    <dgm:cxn modelId="{58C774CD-6935-4AEF-8F7A-D7EF2E61D766}" type="presOf" srcId="{9B0F9F04-C399-4462-BAF2-17005ECA6DBA}" destId="{F690922A-96F1-4B2A-AF5C-F99A37C1A464}" srcOrd="0" destOrd="0" presId="urn:microsoft.com/office/officeart/2005/8/layout/hProcess7"/>
    <dgm:cxn modelId="{61187BD1-3ACD-4FFC-9F56-C184568FDAD4}" type="presOf" srcId="{FD69F135-81B5-4137-9EB0-9DA51C39F08F}" destId="{AE1E9829-6A45-4566-865F-CEDFBDBC0BEB}" srcOrd="0" destOrd="0" presId="urn:microsoft.com/office/officeart/2005/8/layout/hProcess7"/>
    <dgm:cxn modelId="{FF830AD5-409E-4D97-98E7-80575D33E720}" srcId="{1E274142-3064-4C50-9709-DA1ADD175394}" destId="{0468DFBC-70D4-4D2C-A686-D76547BA6D45}" srcOrd="2" destOrd="0" parTransId="{BE1ACBCD-37A4-4770-B875-45C0245E71A8}" sibTransId="{134B4BB7-7BB7-4921-A364-3FD8AE2FA50E}"/>
    <dgm:cxn modelId="{F3ADCEDF-3A59-4439-911C-4693965C4BF8}" type="presOf" srcId="{4B7515A6-6F43-4962-A912-7AE3E4E3EA14}" destId="{F690922A-96F1-4B2A-AF5C-F99A37C1A464}" srcOrd="0" destOrd="1" presId="urn:microsoft.com/office/officeart/2005/8/layout/hProcess7"/>
    <dgm:cxn modelId="{A1BD98E9-FDDA-4602-993B-01DDA7CD01CB}" type="presOf" srcId="{0468DFBC-70D4-4D2C-A686-D76547BA6D45}" destId="{E047E71B-E528-4A24-B81B-75C502517FBF}" srcOrd="0" destOrd="0" presId="urn:microsoft.com/office/officeart/2005/8/layout/hProcess7"/>
    <dgm:cxn modelId="{3C92D6FA-2BBF-42C4-B813-30C46C9D8E14}" type="presOf" srcId="{83F1CB8D-3F28-4D60-A78C-F824C0E77E39}" destId="{E7019CE3-8764-4A33-8A53-5B70AB341B57}" srcOrd="0" destOrd="1" presId="urn:microsoft.com/office/officeart/2005/8/layout/hProcess7"/>
    <dgm:cxn modelId="{B6EEFE35-5E9F-4A15-A2AE-5120B51931A3}" type="presParOf" srcId="{FF1484D4-1A97-4118-BED3-5107C78B56FD}" destId="{EAC152E5-9361-4F6D-9769-88CBCDFCCC1D}" srcOrd="0" destOrd="0" presId="urn:microsoft.com/office/officeart/2005/8/layout/hProcess7"/>
    <dgm:cxn modelId="{0A693915-CF32-4BCD-8A62-BF9BD80EFFD0}" type="presParOf" srcId="{EAC152E5-9361-4F6D-9769-88CBCDFCCC1D}" destId="{8C98697A-74E6-466D-BF0D-E7351FA047F5}" srcOrd="0" destOrd="0" presId="urn:microsoft.com/office/officeart/2005/8/layout/hProcess7"/>
    <dgm:cxn modelId="{5E13CAEA-332C-4CD5-BD90-4A9A69E52878}" type="presParOf" srcId="{EAC152E5-9361-4F6D-9769-88CBCDFCCC1D}" destId="{85276755-E3D6-443D-92AB-4C08F7647AFC}" srcOrd="1" destOrd="0" presId="urn:microsoft.com/office/officeart/2005/8/layout/hProcess7"/>
    <dgm:cxn modelId="{41F7B0AA-B4F4-4079-AA8D-BB5DE4171527}" type="presParOf" srcId="{EAC152E5-9361-4F6D-9769-88CBCDFCCC1D}" destId="{A894AE1F-6094-4192-8AA4-0090C624EFFB}" srcOrd="2" destOrd="0" presId="urn:microsoft.com/office/officeart/2005/8/layout/hProcess7"/>
    <dgm:cxn modelId="{E371D1F2-432E-4B6E-A5E1-8357894DDFD0}" type="presParOf" srcId="{FF1484D4-1A97-4118-BED3-5107C78B56FD}" destId="{078DAC7D-FE3F-4899-AC80-CEBB2F817D4E}" srcOrd="1" destOrd="0" presId="urn:microsoft.com/office/officeart/2005/8/layout/hProcess7"/>
    <dgm:cxn modelId="{371C881A-52BC-4AF2-9F99-91815ED297C7}" type="presParOf" srcId="{FF1484D4-1A97-4118-BED3-5107C78B56FD}" destId="{872E693A-10C4-4063-93A6-69CBD36E92E3}" srcOrd="2" destOrd="0" presId="urn:microsoft.com/office/officeart/2005/8/layout/hProcess7"/>
    <dgm:cxn modelId="{71DD4640-22DE-4833-B085-D79240762EF5}" type="presParOf" srcId="{872E693A-10C4-4063-93A6-69CBD36E92E3}" destId="{E71D989F-C898-44B7-9EC5-0FE580613D47}" srcOrd="0" destOrd="0" presId="urn:microsoft.com/office/officeart/2005/8/layout/hProcess7"/>
    <dgm:cxn modelId="{8E6994B6-2AC5-4D91-AAE3-286CEF4046E9}" type="presParOf" srcId="{872E693A-10C4-4063-93A6-69CBD36E92E3}" destId="{830B9822-72BC-4F71-97DC-E7EE27EDB3D7}" srcOrd="1" destOrd="0" presId="urn:microsoft.com/office/officeart/2005/8/layout/hProcess7"/>
    <dgm:cxn modelId="{AA657945-0467-4F1E-A034-33DD1771F279}" type="presParOf" srcId="{872E693A-10C4-4063-93A6-69CBD36E92E3}" destId="{38DA0384-84C4-453B-9D3A-930EA6BEA72D}" srcOrd="2" destOrd="0" presId="urn:microsoft.com/office/officeart/2005/8/layout/hProcess7"/>
    <dgm:cxn modelId="{580ADADD-3710-44D6-892C-34AE0EAD07D3}" type="presParOf" srcId="{FF1484D4-1A97-4118-BED3-5107C78B56FD}" destId="{4A888563-BB7A-4D63-8B7F-862AA8AD5987}" srcOrd="3" destOrd="0" presId="urn:microsoft.com/office/officeart/2005/8/layout/hProcess7"/>
    <dgm:cxn modelId="{DED1A254-0B42-4317-BC7B-2A6A7A05354A}" type="presParOf" srcId="{FF1484D4-1A97-4118-BED3-5107C78B56FD}" destId="{1569BDAA-6761-4917-817D-A951ECF0E632}" srcOrd="4" destOrd="0" presId="urn:microsoft.com/office/officeart/2005/8/layout/hProcess7"/>
    <dgm:cxn modelId="{2534336C-05DC-4A9B-8010-E08457751B78}" type="presParOf" srcId="{1569BDAA-6761-4917-817D-A951ECF0E632}" destId="{AE1E9829-6A45-4566-865F-CEDFBDBC0BEB}" srcOrd="0" destOrd="0" presId="urn:microsoft.com/office/officeart/2005/8/layout/hProcess7"/>
    <dgm:cxn modelId="{9CB09E06-C27A-41C0-9545-3449905DA2B5}" type="presParOf" srcId="{1569BDAA-6761-4917-817D-A951ECF0E632}" destId="{4A511645-3F77-4A9C-916D-A6491AA9AD90}" srcOrd="1" destOrd="0" presId="urn:microsoft.com/office/officeart/2005/8/layout/hProcess7"/>
    <dgm:cxn modelId="{8B19BE38-BBE9-44BD-9C04-5ABCADEF52F2}" type="presParOf" srcId="{1569BDAA-6761-4917-817D-A951ECF0E632}" destId="{71C56171-8C42-4FD7-9FC4-2CD23FD39DA1}" srcOrd="2" destOrd="0" presId="urn:microsoft.com/office/officeart/2005/8/layout/hProcess7"/>
    <dgm:cxn modelId="{4C3AA316-CE6E-4104-BAA9-B2F6F230628F}" type="presParOf" srcId="{FF1484D4-1A97-4118-BED3-5107C78B56FD}" destId="{66852F62-C653-4CFA-ADF6-B4B10802E474}" srcOrd="5" destOrd="0" presId="urn:microsoft.com/office/officeart/2005/8/layout/hProcess7"/>
    <dgm:cxn modelId="{84684349-8F5C-4EAB-A25E-C3D509C49390}" type="presParOf" srcId="{FF1484D4-1A97-4118-BED3-5107C78B56FD}" destId="{E89AC276-36F7-40AB-A794-798A5CD3F3FA}" srcOrd="6" destOrd="0" presId="urn:microsoft.com/office/officeart/2005/8/layout/hProcess7"/>
    <dgm:cxn modelId="{419D078C-AD28-42A8-8C9D-EB0FC841200A}" type="presParOf" srcId="{E89AC276-36F7-40AB-A794-798A5CD3F3FA}" destId="{9CE96336-593D-4A9A-9F39-F58E11CB3BA3}" srcOrd="0" destOrd="0" presId="urn:microsoft.com/office/officeart/2005/8/layout/hProcess7"/>
    <dgm:cxn modelId="{AA17080A-9243-4D9F-94D1-0A087E41C0D6}" type="presParOf" srcId="{E89AC276-36F7-40AB-A794-798A5CD3F3FA}" destId="{EDAD85F3-9BFA-4300-971F-1FF0F38E90ED}" srcOrd="1" destOrd="0" presId="urn:microsoft.com/office/officeart/2005/8/layout/hProcess7"/>
    <dgm:cxn modelId="{B51E3E49-5DCB-472A-B2E1-9107609450C9}" type="presParOf" srcId="{E89AC276-36F7-40AB-A794-798A5CD3F3FA}" destId="{70CE6D16-D0A8-4890-9E64-38BDFE75EE4F}" srcOrd="2" destOrd="0" presId="urn:microsoft.com/office/officeart/2005/8/layout/hProcess7"/>
    <dgm:cxn modelId="{E82DB0B9-A396-45CF-8C7B-92E32A17F431}" type="presParOf" srcId="{FF1484D4-1A97-4118-BED3-5107C78B56FD}" destId="{A7E40E9D-1965-40AC-BDE1-B614C951DDAD}" srcOrd="7" destOrd="0" presId="urn:microsoft.com/office/officeart/2005/8/layout/hProcess7"/>
    <dgm:cxn modelId="{2D58D8F5-84EE-4A77-B315-BD90C53E5B4A}" type="presParOf" srcId="{FF1484D4-1A97-4118-BED3-5107C78B56FD}" destId="{1326CDB1-5FB3-48D3-AC8C-716F2C5E13FA}" srcOrd="8" destOrd="0" presId="urn:microsoft.com/office/officeart/2005/8/layout/hProcess7"/>
    <dgm:cxn modelId="{74AA5B5C-B170-4448-8A2F-57E36CB945CE}" type="presParOf" srcId="{1326CDB1-5FB3-48D3-AC8C-716F2C5E13FA}" destId="{E047E71B-E528-4A24-B81B-75C502517FBF}" srcOrd="0" destOrd="0" presId="urn:microsoft.com/office/officeart/2005/8/layout/hProcess7"/>
    <dgm:cxn modelId="{10F60813-AD35-45C1-B41F-E57A3FCD37BF}" type="presParOf" srcId="{1326CDB1-5FB3-48D3-AC8C-716F2C5E13FA}" destId="{8D1B55E6-CF6D-4238-AA35-55A4A841FC5E}" srcOrd="1" destOrd="0" presId="urn:microsoft.com/office/officeart/2005/8/layout/hProcess7"/>
    <dgm:cxn modelId="{31C40A5B-E46B-4AF7-AD60-6451ADC9E30E}" type="presParOf" srcId="{1326CDB1-5FB3-48D3-AC8C-716F2C5E13FA}" destId="{E7019CE3-8764-4A33-8A53-5B70AB341B57}" srcOrd="2" destOrd="0" presId="urn:microsoft.com/office/officeart/2005/8/layout/hProcess7"/>
    <dgm:cxn modelId="{1BA334F4-83C5-4F57-8C55-A697EF7284BD}" type="presParOf" srcId="{FF1484D4-1A97-4118-BED3-5107C78B56FD}" destId="{DEDF48CB-0F17-4103-85F5-7ABAE3577E7C}" srcOrd="9" destOrd="0" presId="urn:microsoft.com/office/officeart/2005/8/layout/hProcess7"/>
    <dgm:cxn modelId="{DB4295D0-CCB3-4B54-B340-9B641816504E}" type="presParOf" srcId="{FF1484D4-1A97-4118-BED3-5107C78B56FD}" destId="{89BD9A53-826D-41B6-B6EC-99F21D2077FB}" srcOrd="10" destOrd="0" presId="urn:microsoft.com/office/officeart/2005/8/layout/hProcess7"/>
    <dgm:cxn modelId="{95C2A11E-CC81-410A-A532-E605278B8857}" type="presParOf" srcId="{89BD9A53-826D-41B6-B6EC-99F21D2077FB}" destId="{CC03E7F8-071E-41C2-8332-D5D39328DDF8}" srcOrd="0" destOrd="0" presId="urn:microsoft.com/office/officeart/2005/8/layout/hProcess7"/>
    <dgm:cxn modelId="{C30A8C56-4A77-4861-BBB5-1F5D1027F8E8}" type="presParOf" srcId="{89BD9A53-826D-41B6-B6EC-99F21D2077FB}" destId="{CA11F1A9-764F-4DA7-BFA9-58453270DABF}" srcOrd="1" destOrd="0" presId="urn:microsoft.com/office/officeart/2005/8/layout/hProcess7"/>
    <dgm:cxn modelId="{A5166348-50B0-499D-939D-9C2F8278B17E}" type="presParOf" srcId="{89BD9A53-826D-41B6-B6EC-99F21D2077FB}" destId="{CA683532-B112-4F87-894C-C1775A66095F}" srcOrd="2" destOrd="0" presId="urn:microsoft.com/office/officeart/2005/8/layout/hProcess7"/>
    <dgm:cxn modelId="{D79ED613-2DC1-46DF-AAB4-CD911B55CFC0}" type="presParOf" srcId="{FF1484D4-1A97-4118-BED3-5107C78B56FD}" destId="{3C88F43C-CD78-4551-A60F-654B4829DC40}" srcOrd="11" destOrd="0" presId="urn:microsoft.com/office/officeart/2005/8/layout/hProcess7"/>
    <dgm:cxn modelId="{79E34563-D6B7-4946-B15D-884DC3B125EA}" type="presParOf" srcId="{FF1484D4-1A97-4118-BED3-5107C78B56FD}" destId="{5525F0E7-F1BB-49E9-87FC-75C8B79FC15C}" srcOrd="12" destOrd="0" presId="urn:microsoft.com/office/officeart/2005/8/layout/hProcess7"/>
    <dgm:cxn modelId="{D8B6A521-8946-43F0-AE1C-672F414A15FA}" type="presParOf" srcId="{5525F0E7-F1BB-49E9-87FC-75C8B79FC15C}" destId="{0CD4E1E6-FE02-4340-868C-71AD3913F8BB}" srcOrd="0" destOrd="0" presId="urn:microsoft.com/office/officeart/2005/8/layout/hProcess7"/>
    <dgm:cxn modelId="{5577380E-269D-4F0A-B60E-6EBBBC0C7F13}" type="presParOf" srcId="{5525F0E7-F1BB-49E9-87FC-75C8B79FC15C}" destId="{714687E8-5880-4F6C-AF30-F72546B5B11D}" srcOrd="1" destOrd="0" presId="urn:microsoft.com/office/officeart/2005/8/layout/hProcess7"/>
    <dgm:cxn modelId="{00779C89-D563-4CBF-8572-1B632D71B5DE}" type="presParOf" srcId="{5525F0E7-F1BB-49E9-87FC-75C8B79FC15C}" destId="{F690922A-96F1-4B2A-AF5C-F99A37C1A464}" srcOrd="2" destOrd="0" presId="urn:microsoft.com/office/officeart/2005/8/layout/hProcess7"/>
    <dgm:cxn modelId="{7CCEF1B8-88D6-486C-A63D-8EFBB76C8EBB}" type="presParOf" srcId="{FF1484D4-1A97-4118-BED3-5107C78B56FD}" destId="{B64922F2-174F-413E-8FD0-ACEAF81E6009}" srcOrd="13" destOrd="0" presId="urn:microsoft.com/office/officeart/2005/8/layout/hProcess7"/>
    <dgm:cxn modelId="{3CC8F3B9-209B-44F8-A1F7-F1A61D977D24}" type="presParOf" srcId="{FF1484D4-1A97-4118-BED3-5107C78B56FD}" destId="{184A1F52-F37E-4586-913C-74DF69BF9309}" srcOrd="14" destOrd="0" presId="urn:microsoft.com/office/officeart/2005/8/layout/hProcess7"/>
    <dgm:cxn modelId="{64381698-2703-403A-8F28-00AF5369BF68}" type="presParOf" srcId="{184A1F52-F37E-4586-913C-74DF69BF9309}" destId="{BDC10168-D6C0-4646-9394-B7E42A465E2F}" srcOrd="0" destOrd="0" presId="urn:microsoft.com/office/officeart/2005/8/layout/hProcess7"/>
    <dgm:cxn modelId="{039881EB-5672-4400-9E62-48DD02829511}" type="presParOf" srcId="{184A1F52-F37E-4586-913C-74DF69BF9309}" destId="{CAF8A3AE-AC05-40A5-908E-F2DFA9565040}" srcOrd="1" destOrd="0" presId="urn:microsoft.com/office/officeart/2005/8/layout/hProcess7"/>
    <dgm:cxn modelId="{E34DAC74-192C-49F6-BC44-1ED2BC067ADB}" type="presParOf" srcId="{184A1F52-F37E-4586-913C-74DF69BF9309}" destId="{FCFFC2A1-475D-44C1-93D9-CE905849531F}" srcOrd="2" destOrd="0" presId="urn:microsoft.com/office/officeart/2005/8/layout/hProcess7"/>
    <dgm:cxn modelId="{A74FC0E7-F720-4864-B481-0E71AD1D150C}" type="presParOf" srcId="{FF1484D4-1A97-4118-BED3-5107C78B56FD}" destId="{E534704F-A123-4BAD-8C31-EADDF709A13B}" srcOrd="15" destOrd="0" presId="urn:microsoft.com/office/officeart/2005/8/layout/hProcess7"/>
    <dgm:cxn modelId="{021D278D-FDCB-484B-90C9-F3F7990FEE60}" type="presParOf" srcId="{FF1484D4-1A97-4118-BED3-5107C78B56FD}" destId="{332ECC5E-667E-4C10-A526-7732EDBF8FA0}" srcOrd="16" destOrd="0" presId="urn:microsoft.com/office/officeart/2005/8/layout/hProcess7"/>
    <dgm:cxn modelId="{3317C305-BF0C-4904-BCB8-A0967F1D80AD}" type="presParOf" srcId="{332ECC5E-667E-4C10-A526-7732EDBF8FA0}" destId="{954074C1-33E6-4051-A69F-BD05D2BC3503}" srcOrd="0" destOrd="0" presId="urn:microsoft.com/office/officeart/2005/8/layout/hProcess7"/>
    <dgm:cxn modelId="{5B41AC73-DF26-4CBC-9A8B-90E3900A9E17}" type="presParOf" srcId="{332ECC5E-667E-4C10-A526-7732EDBF8FA0}" destId="{97ED8175-F794-49B3-8F1E-30FFA6544011}" srcOrd="1" destOrd="0" presId="urn:microsoft.com/office/officeart/2005/8/layout/hProcess7"/>
    <dgm:cxn modelId="{3FEDF250-8392-459B-B356-FDE473135225}" type="presParOf" srcId="{332ECC5E-667E-4C10-A526-7732EDBF8FA0}" destId="{57DBBFA7-C349-4307-96F7-51EF15066B50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38FF3-09B9-4934-B1DD-39D3B932C64E}">
      <dsp:nvSpPr>
        <dsp:cNvPr id="0" name=""/>
        <dsp:cNvSpPr/>
      </dsp:nvSpPr>
      <dsp:spPr>
        <a:xfrm>
          <a:off x="0" y="411769"/>
          <a:ext cx="1784937" cy="71397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/>
            <a:t>문헌 검토</a:t>
          </a:r>
          <a:endParaRPr lang="ko-KR" sz="1600" kern="1200"/>
        </a:p>
      </dsp:txBody>
      <dsp:txXfrm>
        <a:off x="356987" y="411769"/>
        <a:ext cx="1070963" cy="713974"/>
      </dsp:txXfrm>
    </dsp:sp>
    <dsp:sp modelId="{A2A0FE31-CD5F-43CD-BEDA-2CD9F7EC9D5A}">
      <dsp:nvSpPr>
        <dsp:cNvPr id="0" name=""/>
        <dsp:cNvSpPr/>
      </dsp:nvSpPr>
      <dsp:spPr>
        <a:xfrm>
          <a:off x="1606443" y="411769"/>
          <a:ext cx="1784937" cy="71397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/>
            <a:t>법령 분석</a:t>
          </a:r>
          <a:endParaRPr lang="ko-KR" sz="1600" kern="1200"/>
        </a:p>
      </dsp:txBody>
      <dsp:txXfrm>
        <a:off x="1963430" y="411769"/>
        <a:ext cx="1070963" cy="713974"/>
      </dsp:txXfrm>
    </dsp:sp>
    <dsp:sp modelId="{2063C6CE-8EFA-4938-BF12-EB0474871DD0}">
      <dsp:nvSpPr>
        <dsp:cNvPr id="0" name=""/>
        <dsp:cNvSpPr/>
      </dsp:nvSpPr>
      <dsp:spPr>
        <a:xfrm>
          <a:off x="3212887" y="411769"/>
          <a:ext cx="1784937" cy="71397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/>
            <a:t>요구사항 추출</a:t>
          </a:r>
          <a:endParaRPr lang="ko-KR" sz="1600" kern="1200"/>
        </a:p>
      </dsp:txBody>
      <dsp:txXfrm>
        <a:off x="3569874" y="411769"/>
        <a:ext cx="1070963" cy="713974"/>
      </dsp:txXfrm>
    </dsp:sp>
    <dsp:sp modelId="{4DE6C2FC-6EFE-46D8-8291-3A9AFF01D2AF}">
      <dsp:nvSpPr>
        <dsp:cNvPr id="0" name=""/>
        <dsp:cNvSpPr/>
      </dsp:nvSpPr>
      <dsp:spPr>
        <a:xfrm>
          <a:off x="4819330" y="411769"/>
          <a:ext cx="1784937" cy="71397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/>
            <a:t>단계별 매핑</a:t>
          </a:r>
          <a:endParaRPr lang="ko-KR" sz="1600" kern="1200"/>
        </a:p>
      </dsp:txBody>
      <dsp:txXfrm>
        <a:off x="5176317" y="411769"/>
        <a:ext cx="1070963" cy="713974"/>
      </dsp:txXfrm>
    </dsp:sp>
    <dsp:sp modelId="{F0B4BF00-0899-4D22-81BF-2EDA3197FD28}">
      <dsp:nvSpPr>
        <dsp:cNvPr id="0" name=""/>
        <dsp:cNvSpPr/>
      </dsp:nvSpPr>
      <dsp:spPr>
        <a:xfrm>
          <a:off x="6425774" y="411769"/>
          <a:ext cx="1784937" cy="713974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/>
            <a:t>점검표 개발</a:t>
          </a:r>
          <a:endParaRPr lang="ko-KR" sz="1600" kern="1200"/>
        </a:p>
      </dsp:txBody>
      <dsp:txXfrm>
        <a:off x="6782761" y="411769"/>
        <a:ext cx="1070963" cy="713974"/>
      </dsp:txXfrm>
    </dsp:sp>
    <dsp:sp modelId="{C690A01A-281B-4528-9531-CE5C10144638}">
      <dsp:nvSpPr>
        <dsp:cNvPr id="0" name=""/>
        <dsp:cNvSpPr/>
      </dsp:nvSpPr>
      <dsp:spPr>
        <a:xfrm>
          <a:off x="8032218" y="411769"/>
          <a:ext cx="1784937" cy="71397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/>
            <a:t>전문가 검증</a:t>
          </a:r>
          <a:endParaRPr lang="ko-KR" sz="1600" kern="1200"/>
        </a:p>
      </dsp:txBody>
      <dsp:txXfrm>
        <a:off x="8389205" y="411769"/>
        <a:ext cx="1070963" cy="713974"/>
      </dsp:txXfrm>
    </dsp:sp>
    <dsp:sp modelId="{BE421356-8171-401E-BA0A-C87D73289478}">
      <dsp:nvSpPr>
        <dsp:cNvPr id="0" name=""/>
        <dsp:cNvSpPr/>
      </dsp:nvSpPr>
      <dsp:spPr>
        <a:xfrm>
          <a:off x="9638661" y="411769"/>
          <a:ext cx="1784937" cy="71397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b="1" kern="1200"/>
            <a:t>수정</a:t>
          </a:r>
          <a:r>
            <a:rPr lang="en-US" sz="1600" b="1" kern="1200"/>
            <a:t>·</a:t>
          </a:r>
          <a:r>
            <a:rPr lang="ko-KR" sz="1600" b="1" kern="1200"/>
            <a:t>확정</a:t>
          </a:r>
          <a:endParaRPr lang="ko-KR" sz="1600" kern="1200"/>
        </a:p>
      </dsp:txBody>
      <dsp:txXfrm>
        <a:off x="9995648" y="411769"/>
        <a:ext cx="1070963" cy="7139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8697A-74E6-466D-BF0D-E7351FA047F5}">
      <dsp:nvSpPr>
        <dsp:cNvPr id="0" name=""/>
        <dsp:cNvSpPr/>
      </dsp:nvSpPr>
      <dsp:spPr>
        <a:xfrm>
          <a:off x="5780" y="0"/>
          <a:ext cx="2018050" cy="1106555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n-ea"/>
              <a:ea typeface="+mn-ea"/>
            </a:rPr>
            <a:t>Ⅰ. </a:t>
          </a:r>
          <a:r>
            <a:rPr lang="ko-KR" sz="900" kern="1200">
              <a:latin typeface="+mn-ea"/>
              <a:ea typeface="+mn-ea"/>
            </a:rPr>
            <a:t>서론</a:t>
          </a:r>
        </a:p>
      </dsp:txBody>
      <dsp:txXfrm rot="16200000">
        <a:off x="-246102" y="251882"/>
        <a:ext cx="907375" cy="403610"/>
      </dsp:txXfrm>
    </dsp:sp>
    <dsp:sp modelId="{A894AE1F-6094-4192-8AA4-0090C624EFFB}">
      <dsp:nvSpPr>
        <dsp:cNvPr id="0" name=""/>
        <dsp:cNvSpPr/>
      </dsp:nvSpPr>
      <dsp:spPr>
        <a:xfrm>
          <a:off x="409390" y="0"/>
          <a:ext cx="1503447" cy="110655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0" bIns="0" numCol="1" spcCol="1270" anchor="t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연구 배경과 필요성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연구 목적과 범위</a:t>
          </a:r>
        </a:p>
      </dsp:txBody>
      <dsp:txXfrm>
        <a:off x="409390" y="0"/>
        <a:ext cx="1503447" cy="1106555"/>
      </dsp:txXfrm>
    </dsp:sp>
    <dsp:sp modelId="{AE1E9829-6A45-4566-865F-CEDFBDBC0BEB}">
      <dsp:nvSpPr>
        <dsp:cNvPr id="0" name=""/>
        <dsp:cNvSpPr/>
      </dsp:nvSpPr>
      <dsp:spPr>
        <a:xfrm>
          <a:off x="2094462" y="0"/>
          <a:ext cx="2018050" cy="1106555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n-ea"/>
              <a:ea typeface="+mn-ea"/>
            </a:rPr>
            <a:t>Ⅱ. </a:t>
          </a:r>
          <a:r>
            <a:rPr lang="ko-KR" sz="900" kern="1200">
              <a:latin typeface="+mn-ea"/>
              <a:ea typeface="+mn-ea"/>
            </a:rPr>
            <a:t>이론적 배경 및 관련 법제</a:t>
          </a:r>
        </a:p>
      </dsp:txBody>
      <dsp:txXfrm rot="16200000">
        <a:off x="1842579" y="251882"/>
        <a:ext cx="907375" cy="403610"/>
      </dsp:txXfrm>
    </dsp:sp>
    <dsp:sp modelId="{830B9822-72BC-4F71-97DC-E7EE27EDB3D7}">
      <dsp:nvSpPr>
        <dsp:cNvPr id="0" name=""/>
        <dsp:cNvSpPr/>
      </dsp:nvSpPr>
      <dsp:spPr>
        <a:xfrm rot="5400000">
          <a:off x="2023266" y="796984"/>
          <a:ext cx="162572" cy="302707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56171-8C42-4FD7-9FC4-2CD23FD39DA1}">
      <dsp:nvSpPr>
        <dsp:cNvPr id="0" name=""/>
        <dsp:cNvSpPr/>
      </dsp:nvSpPr>
      <dsp:spPr>
        <a:xfrm>
          <a:off x="2498072" y="0"/>
          <a:ext cx="1503447" cy="110655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0" bIns="0" numCol="1" spcCol="1270" anchor="t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900" kern="1200">
              <a:latin typeface="+mn-ea"/>
              <a:ea typeface="+mn-ea"/>
            </a:rPr>
            <a:t>상급종합병원 </a:t>
          </a:r>
          <a:r>
            <a:rPr lang="en-US" sz="900" kern="1200">
              <a:latin typeface="+mn-ea"/>
              <a:ea typeface="+mn-ea"/>
            </a:rPr>
            <a:t>AI </a:t>
          </a:r>
          <a:r>
            <a:rPr lang="ko-KR" sz="900" kern="1200">
              <a:latin typeface="+mn-ea"/>
              <a:ea typeface="+mn-ea"/>
            </a:rPr>
            <a:t>인프라와 거버넌스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국내 관련 법령과 기존 점검체계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선행연구와의 차별성</a:t>
          </a:r>
        </a:p>
      </dsp:txBody>
      <dsp:txXfrm>
        <a:off x="2498072" y="0"/>
        <a:ext cx="1503447" cy="1106555"/>
      </dsp:txXfrm>
    </dsp:sp>
    <dsp:sp modelId="{E047E71B-E528-4A24-B81B-75C502517FBF}">
      <dsp:nvSpPr>
        <dsp:cNvPr id="0" name=""/>
        <dsp:cNvSpPr/>
      </dsp:nvSpPr>
      <dsp:spPr>
        <a:xfrm>
          <a:off x="4183144" y="0"/>
          <a:ext cx="2018050" cy="1106555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n-ea"/>
              <a:ea typeface="+mn-ea"/>
            </a:rPr>
            <a:t>Ⅲ. </a:t>
          </a:r>
          <a:r>
            <a:rPr lang="ko-KR" sz="900" kern="1200">
              <a:latin typeface="+mn-ea"/>
              <a:ea typeface="+mn-ea"/>
            </a:rPr>
            <a:t>연구 방법</a:t>
          </a:r>
        </a:p>
      </dsp:txBody>
      <dsp:txXfrm rot="16200000">
        <a:off x="3931261" y="251882"/>
        <a:ext cx="907375" cy="403610"/>
      </dsp:txXfrm>
    </dsp:sp>
    <dsp:sp modelId="{EDAD85F3-9BFA-4300-971F-1FF0F38E90ED}">
      <dsp:nvSpPr>
        <dsp:cNvPr id="0" name=""/>
        <dsp:cNvSpPr/>
      </dsp:nvSpPr>
      <dsp:spPr>
        <a:xfrm rot="5400000">
          <a:off x="4111948" y="796984"/>
          <a:ext cx="162572" cy="302707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19CE3-8764-4A33-8A53-5B70AB341B57}">
      <dsp:nvSpPr>
        <dsp:cNvPr id="0" name=""/>
        <dsp:cNvSpPr/>
      </dsp:nvSpPr>
      <dsp:spPr>
        <a:xfrm>
          <a:off x="4586754" y="0"/>
          <a:ext cx="1503447" cy="110655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0" bIns="0" numCol="1" spcCol="1270" anchor="t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법령 선정 및 요구사항 추출 기준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단계별 분류 방법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 dirty="0">
              <a:latin typeface="+mn-ea"/>
              <a:ea typeface="+mn-ea"/>
            </a:rPr>
            <a:t>전문가 검증 방법</a:t>
          </a:r>
        </a:p>
      </dsp:txBody>
      <dsp:txXfrm>
        <a:off x="4586754" y="0"/>
        <a:ext cx="1503447" cy="1106555"/>
      </dsp:txXfrm>
    </dsp:sp>
    <dsp:sp modelId="{0CD4E1E6-FE02-4340-868C-71AD3913F8BB}">
      <dsp:nvSpPr>
        <dsp:cNvPr id="0" name=""/>
        <dsp:cNvSpPr/>
      </dsp:nvSpPr>
      <dsp:spPr>
        <a:xfrm>
          <a:off x="6271826" y="0"/>
          <a:ext cx="2018050" cy="1106555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n-ea"/>
              <a:ea typeface="+mn-ea"/>
            </a:rPr>
            <a:t>Ⅳ. </a:t>
          </a:r>
          <a:r>
            <a:rPr lang="ko-KR" sz="900" kern="1200">
              <a:latin typeface="+mn-ea"/>
              <a:ea typeface="+mn-ea"/>
            </a:rPr>
            <a:t>연구 결과</a:t>
          </a:r>
        </a:p>
      </dsp:txBody>
      <dsp:txXfrm rot="16200000">
        <a:off x="6019943" y="251882"/>
        <a:ext cx="907375" cy="403610"/>
      </dsp:txXfrm>
    </dsp:sp>
    <dsp:sp modelId="{CA11F1A9-764F-4DA7-BFA9-58453270DABF}">
      <dsp:nvSpPr>
        <dsp:cNvPr id="0" name=""/>
        <dsp:cNvSpPr/>
      </dsp:nvSpPr>
      <dsp:spPr>
        <a:xfrm rot="5400000">
          <a:off x="6200630" y="796984"/>
          <a:ext cx="162572" cy="302707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0922A-96F1-4B2A-AF5C-F99A37C1A464}">
      <dsp:nvSpPr>
        <dsp:cNvPr id="0" name=""/>
        <dsp:cNvSpPr/>
      </dsp:nvSpPr>
      <dsp:spPr>
        <a:xfrm>
          <a:off x="6675436" y="0"/>
          <a:ext cx="1503447" cy="110655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0" bIns="0" numCol="1" spcCol="1270" anchor="t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법령 요구사항 분석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900" kern="1200">
              <a:latin typeface="+mn-ea"/>
              <a:ea typeface="+mn-ea"/>
            </a:rPr>
            <a:t>공통</a:t>
          </a:r>
          <a:r>
            <a:rPr lang="en-US" sz="900" kern="1200">
              <a:latin typeface="+mn-ea"/>
              <a:ea typeface="+mn-ea"/>
            </a:rPr>
            <a:t>·</a:t>
          </a:r>
          <a:r>
            <a:rPr lang="ko-KR" sz="900" kern="1200">
              <a:latin typeface="+mn-ea"/>
              <a:ea typeface="+mn-ea"/>
            </a:rPr>
            <a:t>조건부 점검표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전문가 평가 및 수정 결과</a:t>
          </a:r>
        </a:p>
      </dsp:txBody>
      <dsp:txXfrm>
        <a:off x="6675436" y="0"/>
        <a:ext cx="1503447" cy="1106555"/>
      </dsp:txXfrm>
    </dsp:sp>
    <dsp:sp modelId="{954074C1-33E6-4051-A69F-BD05D2BC3503}">
      <dsp:nvSpPr>
        <dsp:cNvPr id="0" name=""/>
        <dsp:cNvSpPr/>
      </dsp:nvSpPr>
      <dsp:spPr>
        <a:xfrm>
          <a:off x="8360508" y="0"/>
          <a:ext cx="2018050" cy="1106555"/>
        </a:xfrm>
        <a:prstGeom prst="roundRect">
          <a:avLst>
            <a:gd name="adj" fmla="val 5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n-ea"/>
              <a:ea typeface="+mn-ea"/>
            </a:rPr>
            <a:t>Ⅴ. </a:t>
          </a:r>
          <a:r>
            <a:rPr lang="ko-KR" sz="900" kern="1200">
              <a:latin typeface="+mn-ea"/>
              <a:ea typeface="+mn-ea"/>
            </a:rPr>
            <a:t>논의 및 결론</a:t>
          </a:r>
        </a:p>
      </dsp:txBody>
      <dsp:txXfrm rot="16200000">
        <a:off x="8108625" y="251882"/>
        <a:ext cx="907375" cy="403610"/>
      </dsp:txXfrm>
    </dsp:sp>
    <dsp:sp modelId="{CAF8A3AE-AC05-40A5-908E-F2DFA9565040}">
      <dsp:nvSpPr>
        <dsp:cNvPr id="0" name=""/>
        <dsp:cNvSpPr/>
      </dsp:nvSpPr>
      <dsp:spPr>
        <a:xfrm rot="5400000">
          <a:off x="8289312" y="796984"/>
          <a:ext cx="162572" cy="302707"/>
        </a:xfrm>
        <a:prstGeom prst="flowChartExtra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BBFA7-C349-4307-96F7-51EF15066B50}">
      <dsp:nvSpPr>
        <dsp:cNvPr id="0" name=""/>
        <dsp:cNvSpPr/>
      </dsp:nvSpPr>
      <dsp:spPr>
        <a:xfrm>
          <a:off x="8764118" y="0"/>
          <a:ext cx="1503447" cy="110655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0" bIns="0" numCol="1" spcCol="1270" anchor="t" anchorCtr="0">
          <a:noAutofit/>
        </a:bodyPr>
        <a:lstStyle/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900" kern="1200">
              <a:latin typeface="+mn-ea"/>
              <a:ea typeface="+mn-ea"/>
            </a:rPr>
            <a:t>학술적</a:t>
          </a:r>
          <a:r>
            <a:rPr lang="en-US" sz="900" kern="1200">
              <a:latin typeface="+mn-ea"/>
              <a:ea typeface="+mn-ea"/>
            </a:rPr>
            <a:t>·</a:t>
          </a:r>
          <a:r>
            <a:rPr lang="ko-KR" sz="900" kern="1200">
              <a:latin typeface="+mn-ea"/>
              <a:ea typeface="+mn-ea"/>
            </a:rPr>
            <a:t>실무적 의의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적용상 한계와 법령 변경 대응</a:t>
          </a:r>
        </a:p>
        <a:p>
          <a:pPr marL="0" lvl="0" indent="0" algn="l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900" kern="1200">
              <a:latin typeface="+mn-ea"/>
              <a:ea typeface="+mn-ea"/>
            </a:rPr>
            <a:t>후속 연구 방향</a:t>
          </a:r>
        </a:p>
      </dsp:txBody>
      <dsp:txXfrm>
        <a:off x="8764118" y="0"/>
        <a:ext cx="1503447" cy="1106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13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메시지: 차세대 KIS는 EMR 교체 사업이 아니라 병원 운영모델 전환 사업이다.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메시지: 차세대 KIS는 EMR 교체 사업이 아니라 병원 운영모델 전환 사업이다.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8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048624" y="377346"/>
            <a:ext cx="10914078" cy="535046"/>
          </a:xfrm>
          <a:prstGeom prst="rect">
            <a:avLst/>
          </a:prstGeom>
          <a:noFill/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상급종합병원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인프라 </a:t>
            </a:r>
            <a:r>
              <a:rPr lang="ko-KR" altLang="en-US" dirty="0" err="1">
                <a:solidFill>
                  <a:schemeClr val="tx1"/>
                </a:solidFill>
                <a:latin typeface="+mj-ea"/>
                <a:ea typeface="+mj-ea"/>
              </a:rPr>
              <a:t>구축시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 단계별 준수 </a:t>
            </a:r>
            <a:r>
              <a:rPr lang="ko-KR" altLang="en-US" dirty="0" err="1">
                <a:solidFill>
                  <a:schemeClr val="tx1"/>
                </a:solidFill>
                <a:latin typeface="+mj-ea"/>
                <a:ea typeface="+mj-ea"/>
              </a:rPr>
              <a:t>점검표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 개발 및 타당성 검증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국내 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거버넌스 관련법 기준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): 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기획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조달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구축</a:t>
            </a:r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dirty="0">
                <a:solidFill>
                  <a:schemeClr val="tx1"/>
                </a:solidFill>
                <a:latin typeface="+mj-ea"/>
                <a:ea typeface="+mj-ea"/>
              </a:rPr>
              <a:t>운영을 중심으로</a:t>
            </a:r>
            <a:endParaRPr 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7601407" y="65471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ko-KR" altLang="en-US" sz="900" kern="0" spc="60" dirty="0">
                <a:solidFill>
                  <a:srgbClr val="8496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 </a:t>
            </a:r>
            <a:r>
              <a:rPr lang="en-US" altLang="ko-KR" sz="900" kern="0" spc="60" dirty="0">
                <a:solidFill>
                  <a:srgbClr val="8496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lang="ko-KR" altLang="en-US" sz="900" kern="0" spc="60" dirty="0" err="1">
                <a:solidFill>
                  <a:srgbClr val="8496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오봉훈</a:t>
            </a:r>
            <a:endParaRPr lang="en-US" sz="900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20C2287-95AA-43E2-ADE2-37D2115DE706}"/>
              </a:ext>
            </a:extLst>
          </p:cNvPr>
          <p:cNvGrpSpPr/>
          <p:nvPr/>
        </p:nvGrpSpPr>
        <p:grpSpPr>
          <a:xfrm>
            <a:off x="229300" y="1144305"/>
            <a:ext cx="11733402" cy="2463120"/>
            <a:chOff x="229300" y="1042258"/>
            <a:chExt cx="11733402" cy="2463120"/>
          </a:xfrm>
        </p:grpSpPr>
        <p:sp>
          <p:nvSpPr>
            <p:cNvPr id="4" name="Text 2"/>
            <p:cNvSpPr txBox="1"/>
            <p:nvPr/>
          </p:nvSpPr>
          <p:spPr>
            <a:xfrm>
              <a:off x="390449" y="1338333"/>
              <a:ext cx="1142359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600"/>
                </a:lnSpc>
                <a:buNone/>
              </a:pPr>
              <a:r>
                <a:rPr lang="ko-KR" altLang="en-US" sz="1000" dirty="0"/>
                <a:t>진료보조 목적용 특정 </a:t>
              </a:r>
              <a:r>
                <a:rPr lang="en-US" altLang="ko-KR" sz="1000" dirty="0"/>
                <a:t>AI</a:t>
              </a:r>
              <a:r>
                <a:rPr lang="ko-KR" altLang="en-US" sz="1000" dirty="0"/>
                <a:t>가 아니라  진료</a:t>
              </a:r>
              <a:r>
                <a:rPr lang="en-US" altLang="ko-KR" sz="1000" dirty="0"/>
                <a:t>,</a:t>
              </a:r>
              <a:r>
                <a:rPr lang="ko-KR" altLang="en-US" sz="1000" dirty="0"/>
                <a:t>교육</a:t>
              </a:r>
              <a:r>
                <a:rPr lang="en-US" altLang="ko-KR" sz="1000" dirty="0"/>
                <a:t>,</a:t>
              </a:r>
              <a:r>
                <a:rPr lang="ko-KR" altLang="en-US" sz="1000" dirty="0"/>
                <a:t>연구</a:t>
              </a:r>
              <a:r>
                <a:rPr lang="en-US" altLang="ko-KR" sz="1000" dirty="0"/>
                <a:t>,</a:t>
              </a:r>
              <a:r>
                <a:rPr lang="ko-KR" altLang="en-US" sz="1000" dirty="0"/>
                <a:t>행정 전반에 사용될 수 있는 모든 사용자를 위한 보편적인 </a:t>
              </a:r>
              <a:r>
                <a:rPr lang="en-US" altLang="ko-KR" sz="1000" dirty="0"/>
                <a:t>AI agent</a:t>
              </a:r>
              <a:r>
                <a:rPr lang="ko-KR" altLang="en-US" sz="1000" dirty="0"/>
                <a:t>를 생성</a:t>
              </a:r>
              <a:r>
                <a:rPr lang="en-US" altLang="ko-KR" sz="1000" dirty="0"/>
                <a:t>,</a:t>
              </a:r>
              <a:r>
                <a:rPr lang="ko-KR" altLang="en-US" sz="1000" dirty="0"/>
                <a:t>활용하는 전사 </a:t>
              </a:r>
              <a:r>
                <a:rPr lang="en-US" altLang="ko-KR" sz="1000" dirty="0"/>
                <a:t>AI</a:t>
              </a:r>
              <a:r>
                <a:rPr lang="ko-KR" altLang="en-US" sz="1000" dirty="0"/>
                <a:t>워크스페이스 및 인프라를 구축해서 인공지능의 활용범위를 넓혀 환자안전</a:t>
              </a:r>
              <a:r>
                <a:rPr lang="en-US" altLang="ko-KR" sz="1000" dirty="0"/>
                <a:t>,</a:t>
              </a:r>
              <a:r>
                <a:rPr lang="ko-KR" altLang="en-US" sz="1000" dirty="0"/>
                <a:t>생산성향상에 기여하는 </a:t>
              </a:r>
              <a:r>
                <a:rPr lang="en-US" altLang="ko-KR" sz="1000" dirty="0"/>
                <a:t>K8S</a:t>
              </a:r>
              <a:r>
                <a:rPr lang="ko-KR" altLang="en-US" sz="1000" dirty="0"/>
                <a:t>기반 인공지능 인프라를 구축하는 것을 통해 </a:t>
              </a:r>
              <a:r>
                <a:rPr lang="en-US" altLang="ko-KR" sz="1000" dirty="0"/>
                <a:t>GPU</a:t>
              </a:r>
              <a:r>
                <a:rPr lang="ko-KR" altLang="en-US" sz="1000" dirty="0"/>
                <a:t>중심 인프라의 활용범위를 넓힌다</a:t>
              </a:r>
              <a:r>
                <a:rPr lang="en-US" altLang="ko-KR" sz="1000" dirty="0"/>
                <a:t>. </a:t>
              </a:r>
              <a:r>
                <a:rPr lang="ko-KR" altLang="en-US" sz="1000" dirty="0"/>
                <a:t>구축 시 준수해야할 것들을 위한 국내법 기준으로 점검해야 할 점검표를 개발한다</a:t>
              </a:r>
              <a:r>
                <a:rPr lang="en-US" altLang="ko-KR" sz="1000" dirty="0"/>
                <a:t>.</a:t>
              </a:r>
              <a:endParaRPr lang="en-US" sz="1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84048" y="1741005"/>
              <a:ext cx="11423599" cy="1005840"/>
            </a:xfrm>
            <a:prstGeom prst="roundRect">
              <a:avLst>
                <a:gd name="adj" fmla="val 5455"/>
              </a:avLst>
            </a:prstGeom>
            <a:solidFill>
              <a:srgbClr val="0E2A4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384048" y="1914741"/>
              <a:ext cx="1142359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en-US" sz="2400" b="1" dirty="0">
                  <a:solidFill>
                    <a:schemeClr val="bg1"/>
                  </a:solidFill>
                  <a:latin typeface="+mn-ea"/>
                  <a:cs typeface="맑은 고딕" pitchFamily="34" charset="-120"/>
                </a:rPr>
                <a:t>선정사유 </a:t>
              </a:r>
              <a:r>
                <a:rPr lang="en-US" altLang="ko-KR" sz="2400" b="1" dirty="0">
                  <a:solidFill>
                    <a:schemeClr val="bg1"/>
                  </a:solidFill>
                  <a:latin typeface="+mn-ea"/>
                  <a:cs typeface="맑은 고딕" pitchFamily="34" charset="-120"/>
                </a:rPr>
                <a:t>: </a:t>
              </a:r>
              <a:r>
                <a:rPr lang="ko-KR" altLang="en-US" sz="2400" b="1" dirty="0">
                  <a:solidFill>
                    <a:schemeClr val="bg1"/>
                  </a:solidFill>
                  <a:latin typeface="+mn-ea"/>
                </a:rPr>
                <a:t>상급종합병원</a:t>
              </a:r>
              <a:r>
                <a:rPr lang="en-US" altLang="ko-KR" sz="2400" b="1" dirty="0"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2400" b="1" dirty="0">
                  <a:solidFill>
                    <a:schemeClr val="bg1"/>
                  </a:solidFill>
                  <a:latin typeface="+mn-ea"/>
                </a:rPr>
                <a:t>대학병원</a:t>
              </a:r>
              <a:r>
                <a:rPr lang="en-US" altLang="ko-KR" sz="2400" b="1" dirty="0">
                  <a:solidFill>
                    <a:schemeClr val="bg1"/>
                  </a:solidFill>
                  <a:latin typeface="+mn-ea"/>
                </a:rPr>
                <a:t>)</a:t>
              </a:r>
              <a:r>
                <a:rPr lang="ko-KR" altLang="en-US" sz="2400" b="1" dirty="0">
                  <a:solidFill>
                    <a:schemeClr val="bg1"/>
                  </a:solidFill>
                  <a:latin typeface="+mn-ea"/>
                </a:rPr>
                <a:t>의 </a:t>
              </a:r>
              <a:r>
                <a:rPr lang="en-US" altLang="ko-KR" sz="2400" b="1" dirty="0">
                  <a:solidFill>
                    <a:schemeClr val="bg1"/>
                  </a:solidFill>
                  <a:latin typeface="+mn-ea"/>
                </a:rPr>
                <a:t>AI </a:t>
              </a:r>
              <a:r>
                <a:rPr lang="ko-KR" altLang="en-US" sz="2400" b="1" dirty="0">
                  <a:solidFill>
                    <a:schemeClr val="bg1"/>
                  </a:solidFill>
                  <a:latin typeface="+mn-ea"/>
                </a:rPr>
                <a:t>인프라 구축 과정에서 국내 법령상 의무를 실제 점검항목으로 구체화한다는 점에서 학술적</a:t>
              </a:r>
              <a:r>
                <a:rPr lang="en-US" altLang="ko-KR" sz="2400" b="1" dirty="0">
                  <a:solidFill>
                    <a:schemeClr val="bg1"/>
                  </a:solidFill>
                  <a:latin typeface="+mn-ea"/>
                </a:rPr>
                <a:t>·</a:t>
              </a:r>
              <a:r>
                <a:rPr lang="ko-KR" altLang="en-US" sz="2400" b="1" dirty="0">
                  <a:solidFill>
                    <a:schemeClr val="bg1"/>
                  </a:solidFill>
                  <a:latin typeface="+mn-ea"/>
                </a:rPr>
                <a:t>실무적 가치가 있을 것으로 판단</a:t>
              </a:r>
              <a:r>
                <a:rPr lang="en-US" altLang="ko-KR" sz="2400" b="1" dirty="0">
                  <a:solidFill>
                    <a:schemeClr val="bg1"/>
                  </a:solidFill>
                  <a:latin typeface="+mn-ea"/>
                </a:rPr>
                <a:t>.</a:t>
              </a:r>
              <a:endParaRPr lang="en-US" sz="24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8" name="Text 2">
              <a:extLst>
                <a:ext uri="{FF2B5EF4-FFF2-40B4-BE49-F238E27FC236}">
                  <a16:creationId xmlns:a16="http://schemas.microsoft.com/office/drawing/2014/main" id="{2F711D1B-2392-463D-84ED-8F36B1330892}"/>
                </a:ext>
              </a:extLst>
            </p:cNvPr>
            <p:cNvSpPr txBox="1"/>
            <p:nvPr/>
          </p:nvSpPr>
          <p:spPr>
            <a:xfrm>
              <a:off x="378482" y="2825254"/>
              <a:ext cx="1142359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00"/>
                </a:lnSpc>
              </a:pPr>
              <a:r>
                <a:rPr lang="ko-KR" altLang="en-US" sz="1600" dirty="0">
                  <a:latin typeface="+mn-ea"/>
                </a:rPr>
                <a:t>본 연구의 인프라 정의 </a:t>
              </a:r>
              <a:r>
                <a:rPr lang="en-US" altLang="ko-KR" sz="1600" dirty="0">
                  <a:latin typeface="+mn-ea"/>
                </a:rPr>
                <a:t>: </a:t>
              </a:r>
              <a:r>
                <a:rPr lang="ko-KR" altLang="en-US" sz="1600" dirty="0">
                  <a:latin typeface="+mn-ea"/>
                </a:rPr>
                <a:t>상급종합병원에서 </a:t>
              </a:r>
              <a:r>
                <a:rPr lang="en-US" altLang="ko-KR" sz="1600" dirty="0">
                  <a:latin typeface="+mn-ea"/>
                </a:rPr>
                <a:t>AI </a:t>
              </a:r>
              <a:r>
                <a:rPr lang="ko-KR" altLang="en-US" sz="1600" dirty="0">
                  <a:latin typeface="+mn-ea"/>
                </a:rPr>
                <a:t>모델의 개발</a:t>
              </a:r>
              <a:r>
                <a:rPr lang="en-US" altLang="ko-KR" sz="1600" dirty="0">
                  <a:latin typeface="+mn-ea"/>
                </a:rPr>
                <a:t>·</a:t>
              </a:r>
              <a:r>
                <a:rPr lang="ko-KR" altLang="en-US" sz="1600" dirty="0">
                  <a:latin typeface="+mn-ea"/>
                </a:rPr>
                <a:t>검증</a:t>
              </a:r>
              <a:r>
                <a:rPr lang="en-US" altLang="ko-KR" sz="1600" dirty="0">
                  <a:latin typeface="+mn-ea"/>
                </a:rPr>
                <a:t>·</a:t>
              </a:r>
              <a:r>
                <a:rPr lang="ko-KR" altLang="en-US" sz="1600" dirty="0">
                  <a:latin typeface="+mn-ea"/>
                </a:rPr>
                <a:t>배포</a:t>
              </a:r>
              <a:r>
                <a:rPr lang="en-US" altLang="ko-KR" sz="1600" dirty="0">
                  <a:latin typeface="+mn-ea"/>
                </a:rPr>
                <a:t>·</a:t>
              </a:r>
              <a:r>
                <a:rPr lang="ko-KR" altLang="en-US" sz="1600" dirty="0">
                  <a:latin typeface="+mn-ea"/>
                </a:rPr>
                <a:t>운영을 지원하는 </a:t>
              </a:r>
              <a:r>
                <a:rPr lang="en-US" altLang="ko-KR" sz="1600" dirty="0">
                  <a:latin typeface="+mn-ea"/>
                </a:rPr>
                <a:t>AI </a:t>
              </a:r>
              <a:r>
                <a:rPr lang="ko-KR" altLang="en-US" sz="1600" dirty="0">
                  <a:latin typeface="+mn-ea"/>
                </a:rPr>
                <a:t>워크스페이스와 이에 연계된 컴퓨팅</a:t>
              </a:r>
              <a:r>
                <a:rPr lang="en-US" altLang="ko-KR" sz="1600" dirty="0">
                  <a:latin typeface="+mn-ea"/>
                </a:rPr>
                <a:t>·</a:t>
              </a:r>
              <a:r>
                <a:rPr lang="ko-KR" altLang="en-US" sz="1600" dirty="0">
                  <a:latin typeface="+mn-ea"/>
                </a:rPr>
                <a:t>저장</a:t>
              </a:r>
              <a:r>
                <a:rPr lang="en-US" altLang="ko-KR" sz="1600" dirty="0">
                  <a:latin typeface="+mn-ea"/>
                </a:rPr>
                <a:t>·</a:t>
              </a:r>
              <a:r>
                <a:rPr lang="ko-KR" altLang="en-US" sz="1600" dirty="0">
                  <a:latin typeface="+mn-ea"/>
                </a:rPr>
                <a:t>네트워크</a:t>
              </a:r>
              <a:r>
                <a:rPr lang="en-US" altLang="ko-KR" sz="1600" dirty="0">
                  <a:latin typeface="+mn-ea"/>
                </a:rPr>
                <a:t>·</a:t>
              </a:r>
              <a:r>
                <a:rPr lang="ko-KR" altLang="en-US" sz="1600" dirty="0">
                  <a:latin typeface="+mn-ea"/>
                </a:rPr>
                <a:t>데이터 관리</a:t>
              </a:r>
              <a:r>
                <a:rPr lang="en-US" altLang="ko-KR" sz="1600" dirty="0">
                  <a:latin typeface="+mn-ea"/>
                </a:rPr>
                <a:t>·</a:t>
              </a:r>
              <a:r>
                <a:rPr lang="ko-KR" altLang="en-US" sz="1600" dirty="0">
                  <a:latin typeface="+mn-ea"/>
                </a:rPr>
                <a:t>보안 체계를 의미</a:t>
              </a:r>
              <a:r>
                <a:rPr lang="en-US" altLang="ko-KR" sz="1600" dirty="0">
                  <a:latin typeface="+mn-ea"/>
                </a:rPr>
                <a:t> 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DEF5236F-FC8B-454A-BC1D-F42FAFA5F15F}"/>
                </a:ext>
              </a:extLst>
            </p:cNvPr>
            <p:cNvSpPr/>
            <p:nvPr/>
          </p:nvSpPr>
          <p:spPr>
            <a:xfrm>
              <a:off x="229300" y="1319709"/>
              <a:ext cx="11733402" cy="21856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B06097C-EF93-4D8E-9BA5-42D398C297CF}"/>
                </a:ext>
              </a:extLst>
            </p:cNvPr>
            <p:cNvSpPr/>
            <p:nvPr/>
          </p:nvSpPr>
          <p:spPr>
            <a:xfrm>
              <a:off x="229300" y="1042258"/>
              <a:ext cx="819324" cy="27745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개요</a:t>
              </a: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60FAFC6-F86A-4E4A-88D3-E7DDA2C76C2A}"/>
              </a:ext>
            </a:extLst>
          </p:cNvPr>
          <p:cNvSpPr/>
          <p:nvPr/>
        </p:nvSpPr>
        <p:spPr>
          <a:xfrm>
            <a:off x="229300" y="374184"/>
            <a:ext cx="819324" cy="5382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주제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D4365DDD-BFC6-4BDD-A9EB-933C66598008}"/>
              </a:ext>
            </a:extLst>
          </p:cNvPr>
          <p:cNvGrpSpPr/>
          <p:nvPr/>
        </p:nvGrpSpPr>
        <p:grpSpPr>
          <a:xfrm>
            <a:off x="217858" y="3773019"/>
            <a:ext cx="11744844" cy="1537513"/>
            <a:chOff x="217858" y="3773019"/>
            <a:chExt cx="11744844" cy="1537513"/>
          </a:xfrm>
        </p:grpSpPr>
        <p:graphicFrame>
          <p:nvGraphicFramePr>
            <p:cNvPr id="40" name="다이어그램 39">
              <a:extLst>
                <a:ext uri="{FF2B5EF4-FFF2-40B4-BE49-F238E27FC236}">
                  <a16:creationId xmlns:a16="http://schemas.microsoft.com/office/drawing/2014/main" id="{9B9F07C4-5CD3-4050-86D5-04C5A7994EB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53389547"/>
                </p:ext>
              </p:extLst>
            </p:nvPr>
          </p:nvGraphicFramePr>
          <p:xfrm>
            <a:off x="302980" y="3773019"/>
            <a:ext cx="11423599" cy="15375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EC3BD77-580E-4629-87CC-BCAF5560B6B2}"/>
                </a:ext>
              </a:extLst>
            </p:cNvPr>
            <p:cNvSpPr/>
            <p:nvPr/>
          </p:nvSpPr>
          <p:spPr>
            <a:xfrm>
              <a:off x="217858" y="3788689"/>
              <a:ext cx="1275381" cy="3155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연구방법</a:t>
              </a:r>
            </a:p>
          </p:txBody>
        </p:sp>
        <p:sp>
          <p:nvSpPr>
            <p:cNvPr id="46" name="Text 1">
              <a:extLst>
                <a:ext uri="{FF2B5EF4-FFF2-40B4-BE49-F238E27FC236}">
                  <a16:creationId xmlns:a16="http://schemas.microsoft.com/office/drawing/2014/main" id="{07CA8E3B-DAD8-46DE-9C85-E219A3715716}"/>
                </a:ext>
              </a:extLst>
            </p:cNvPr>
            <p:cNvSpPr txBox="1"/>
            <p:nvPr/>
          </p:nvSpPr>
          <p:spPr>
            <a:xfrm>
              <a:off x="229300" y="4119892"/>
              <a:ext cx="11733402" cy="875108"/>
            </a:xfrm>
            <a:prstGeom prst="rect">
              <a:avLst/>
            </a:prstGeom>
            <a:noFill/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endParaRPr lang="en-US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968EBE5-27C2-474E-956A-2F580D0313C4}"/>
              </a:ext>
            </a:extLst>
          </p:cNvPr>
          <p:cNvSpPr/>
          <p:nvPr/>
        </p:nvSpPr>
        <p:spPr>
          <a:xfrm>
            <a:off x="229300" y="5260715"/>
            <a:ext cx="1275381" cy="3155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rPr>
              <a:t>목차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50" name="다이어그램 49">
            <a:extLst>
              <a:ext uri="{FF2B5EF4-FFF2-40B4-BE49-F238E27FC236}">
                <a16:creationId xmlns:a16="http://schemas.microsoft.com/office/drawing/2014/main" id="{28F3933A-D34C-43FD-B691-656286FEB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726301"/>
              </p:ext>
            </p:extLst>
          </p:nvPr>
        </p:nvGraphicFramePr>
        <p:xfrm>
          <a:off x="1578361" y="5267656"/>
          <a:ext cx="10384339" cy="1106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3147" y="114006"/>
            <a:ext cx="11423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구성원을 위한 원내 </a:t>
            </a:r>
            <a:r>
              <a:rPr lang="en-US" altLang="ko-KR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Workspace</a:t>
            </a:r>
            <a:r>
              <a:rPr lang="ko-KR" altLang="en-US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및 인프라 구축</a:t>
            </a:r>
            <a:endParaRPr lang="en-US" sz="27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A6D937-E711-4D22-8353-7A3FC8D36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2918"/>
            <a:ext cx="11830050" cy="6238875"/>
          </a:xfrm>
          <a:prstGeom prst="rect">
            <a:avLst/>
          </a:prstGeom>
        </p:spPr>
      </p:pic>
      <p:pic>
        <p:nvPicPr>
          <p:cNvPr id="38" name="내용 개체 틀 3">
            <a:extLst>
              <a:ext uri="{FF2B5EF4-FFF2-40B4-BE49-F238E27FC236}">
                <a16:creationId xmlns:a16="http://schemas.microsoft.com/office/drawing/2014/main" id="{FD066F81-D77D-4D0D-B129-2ECF21C36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321" y="552918"/>
            <a:ext cx="3632967" cy="147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3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내용 개체 틀 9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34BD79-FE1E-4009-9DDF-4A96D797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162"/>
            <a:ext cx="12197572" cy="573305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FC11C92-042E-4C16-A3EB-BF0E35273762}"/>
              </a:ext>
            </a:extLst>
          </p:cNvPr>
          <p:cNvSpPr txBox="1"/>
          <p:nvPr/>
        </p:nvSpPr>
        <p:spPr>
          <a:xfrm>
            <a:off x="83147" y="114006"/>
            <a:ext cx="11423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구성원을 위한 원내 오픈소스 </a:t>
            </a:r>
            <a:r>
              <a:rPr lang="en-US" altLang="ko-KR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r>
              <a:rPr lang="ko-KR" altLang="en-US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 </a:t>
            </a:r>
            <a:r>
              <a:rPr lang="en-US" altLang="ko-KR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 AI Workspace </a:t>
            </a:r>
            <a:r>
              <a:rPr lang="ko-KR" altLang="en-US" sz="2700" b="1" dirty="0">
                <a:solidFill>
                  <a:srgbClr val="0E2A4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424356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297</Words>
  <Application>Microsoft Office PowerPoint</Application>
  <PresentationFormat>와이드스크린</PresentationFormat>
  <Paragraphs>41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HY헤드라인M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 AX : AI Native EMR / AI Native Hospital Blueprint</dc:title>
  <dc:subject>PptxGenJS Presentation</dc:subject>
  <dc:creator>건국대학교병원 의료정보실</dc:creator>
  <cp:lastModifiedBy>Administrator</cp:lastModifiedBy>
  <cp:revision>8</cp:revision>
  <dcterms:created xsi:type="dcterms:W3CDTF">2026-09-10T23:47:25Z</dcterms:created>
  <dcterms:modified xsi:type="dcterms:W3CDTF">2026-10-14T08:04:47Z</dcterms:modified>
</cp:coreProperties>
</file>